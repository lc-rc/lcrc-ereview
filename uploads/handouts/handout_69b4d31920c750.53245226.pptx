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32"/>
  </p:notesMasterIdLst>
  <p:handoutMasterIdLst>
    <p:handoutMasterId r:id="rId33"/>
  </p:handoutMasterIdLst>
  <p:sldIdLst>
    <p:sldId id="324" r:id="rId5"/>
    <p:sldId id="302" r:id="rId6"/>
    <p:sldId id="328" r:id="rId7"/>
    <p:sldId id="327" r:id="rId8"/>
    <p:sldId id="329" r:id="rId9"/>
    <p:sldId id="330" r:id="rId10"/>
    <p:sldId id="332" r:id="rId11"/>
    <p:sldId id="331" r:id="rId12"/>
    <p:sldId id="333" r:id="rId13"/>
    <p:sldId id="334" r:id="rId14"/>
    <p:sldId id="335" r:id="rId15"/>
    <p:sldId id="349" r:id="rId16"/>
    <p:sldId id="347" r:id="rId17"/>
    <p:sldId id="348" r:id="rId18"/>
    <p:sldId id="336" r:id="rId19"/>
    <p:sldId id="339" r:id="rId20"/>
    <p:sldId id="344" r:id="rId21"/>
    <p:sldId id="343" r:id="rId22"/>
    <p:sldId id="341" r:id="rId23"/>
    <p:sldId id="345" r:id="rId24"/>
    <p:sldId id="346" r:id="rId25"/>
    <p:sldId id="337" r:id="rId26"/>
    <p:sldId id="350" r:id="rId27"/>
    <p:sldId id="351" r:id="rId28"/>
    <p:sldId id="352" r:id="rId29"/>
    <p:sldId id="353" r:id="rId30"/>
    <p:sldId id="354"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028" autoAdjust="0"/>
    <p:restoredTop sz="95033" autoAdjust="0"/>
  </p:normalViewPr>
  <p:slideViewPr>
    <p:cSldViewPr snapToGrid="0">
      <p:cViewPr varScale="1">
        <p:scale>
          <a:sx n="74" d="100"/>
          <a:sy n="74" d="100"/>
        </p:scale>
        <p:origin x="902"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19595CA-4600-43A8-BD3F-B7B902B1376E}" type="doc">
      <dgm:prSet loTypeId="urn:microsoft.com/office/officeart/2005/8/layout/hProcess9" loCatId="process" qsTypeId="urn:microsoft.com/office/officeart/2005/8/quickstyle/simple1" qsCatId="simple" csTypeId="urn:microsoft.com/office/officeart/2005/8/colors/accent1_2" csCatId="accent1" phldr="1"/>
      <dgm:spPr/>
      <dgm:t>
        <a:bodyPr/>
        <a:lstStyle/>
        <a:p>
          <a:endParaRPr lang="en-US"/>
        </a:p>
      </dgm:t>
    </dgm:pt>
    <dgm:pt modelId="{5A2E9B90-0833-44F1-86CE-1D91258FA86E}">
      <dgm:prSet phldrT="[Text]" phldr="0"/>
      <dgm:spPr/>
      <dgm:t>
        <a:bodyPr/>
        <a:lstStyle/>
        <a:p>
          <a:r>
            <a:rPr lang="en-US" dirty="0"/>
            <a:t>Step 1</a:t>
          </a:r>
          <a:br>
            <a:rPr lang="en-US" dirty="0"/>
          </a:br>
          <a:r>
            <a:rPr lang="en-US" dirty="0"/>
            <a:t>Identify the Acquirer</a:t>
          </a:r>
        </a:p>
      </dgm:t>
    </dgm:pt>
    <dgm:pt modelId="{AEE099A5-B9A4-4E80-9BCE-013A9FEE0FEB}" type="parTrans" cxnId="{C5640CF7-2B74-46CB-BFBE-1C332D43F30D}">
      <dgm:prSet/>
      <dgm:spPr/>
      <dgm:t>
        <a:bodyPr/>
        <a:lstStyle/>
        <a:p>
          <a:endParaRPr lang="en-US"/>
        </a:p>
      </dgm:t>
    </dgm:pt>
    <dgm:pt modelId="{6BEA09D4-2BFB-49D5-B908-134D25847E57}" type="sibTrans" cxnId="{C5640CF7-2B74-46CB-BFBE-1C332D43F30D}">
      <dgm:prSet/>
      <dgm:spPr/>
      <dgm:t>
        <a:bodyPr/>
        <a:lstStyle/>
        <a:p>
          <a:endParaRPr lang="en-US"/>
        </a:p>
      </dgm:t>
    </dgm:pt>
    <dgm:pt modelId="{AF38A88D-824F-4FCA-A82B-3682FEE65FCB}">
      <dgm:prSet phldrT="[Text]" phldr="0"/>
      <dgm:spPr/>
      <dgm:t>
        <a:bodyPr/>
        <a:lstStyle/>
        <a:p>
          <a:r>
            <a:rPr lang="en-US" dirty="0"/>
            <a:t>Step 2 Determine the Acquisition Date</a:t>
          </a:r>
        </a:p>
      </dgm:t>
    </dgm:pt>
    <dgm:pt modelId="{AFA98D01-0925-44A4-ACE0-79ECEFF43F1A}" type="parTrans" cxnId="{42A43CFE-1665-4579-83E4-3522208F9643}">
      <dgm:prSet/>
      <dgm:spPr/>
      <dgm:t>
        <a:bodyPr/>
        <a:lstStyle/>
        <a:p>
          <a:endParaRPr lang="en-US"/>
        </a:p>
      </dgm:t>
    </dgm:pt>
    <dgm:pt modelId="{F198AFD6-2B86-481B-B7B3-1A5C2EC9C8D2}" type="sibTrans" cxnId="{42A43CFE-1665-4579-83E4-3522208F9643}">
      <dgm:prSet/>
      <dgm:spPr/>
      <dgm:t>
        <a:bodyPr/>
        <a:lstStyle/>
        <a:p>
          <a:endParaRPr lang="en-US"/>
        </a:p>
      </dgm:t>
    </dgm:pt>
    <dgm:pt modelId="{1824AEAA-74BA-45D0-BF89-5F6EF3187C44}">
      <dgm:prSet phldrT="[Text]" phldr="0"/>
      <dgm:spPr/>
      <dgm:t>
        <a:bodyPr/>
        <a:lstStyle/>
        <a:p>
          <a:r>
            <a:rPr lang="en-US" dirty="0"/>
            <a:t>Step 3 </a:t>
          </a:r>
        </a:p>
        <a:p>
          <a:r>
            <a:rPr lang="en-US" dirty="0"/>
            <a:t>Recognize Asset, Liabilities and Non-Controlling Interest</a:t>
          </a:r>
        </a:p>
      </dgm:t>
    </dgm:pt>
    <dgm:pt modelId="{516F31C2-07C7-4EDB-ACB8-972E88A7DFEE}" type="parTrans" cxnId="{7559E8F4-2BB3-47B4-80AD-C47E6A481EAC}">
      <dgm:prSet/>
      <dgm:spPr/>
      <dgm:t>
        <a:bodyPr/>
        <a:lstStyle/>
        <a:p>
          <a:endParaRPr lang="en-US"/>
        </a:p>
      </dgm:t>
    </dgm:pt>
    <dgm:pt modelId="{9A4CE156-FE63-4381-A824-4DDA6C83A6AD}" type="sibTrans" cxnId="{7559E8F4-2BB3-47B4-80AD-C47E6A481EAC}">
      <dgm:prSet/>
      <dgm:spPr/>
      <dgm:t>
        <a:bodyPr/>
        <a:lstStyle/>
        <a:p>
          <a:endParaRPr lang="en-US"/>
        </a:p>
      </dgm:t>
    </dgm:pt>
    <dgm:pt modelId="{888B50C6-96F8-4AF5-AD62-436C1F9C2795}">
      <dgm:prSet phldrT="[Text]" phldr="0"/>
      <dgm:spPr/>
      <dgm:t>
        <a:bodyPr/>
        <a:lstStyle/>
        <a:p>
          <a:r>
            <a:rPr lang="en-US"/>
            <a:t>Step 4 </a:t>
          </a:r>
          <a:br>
            <a:rPr lang="en-US"/>
          </a:br>
          <a:r>
            <a:rPr lang="en-US"/>
            <a:t>Recognize the G.W if Any </a:t>
          </a:r>
          <a:endParaRPr lang="en-US" dirty="0"/>
        </a:p>
      </dgm:t>
    </dgm:pt>
    <dgm:pt modelId="{C3D3CC10-F618-40FF-A72F-BC0BE35E2BF5}" type="parTrans" cxnId="{FF82F915-ADFE-46D0-B7D7-5CF343514D05}">
      <dgm:prSet/>
      <dgm:spPr/>
      <dgm:t>
        <a:bodyPr/>
        <a:lstStyle/>
        <a:p>
          <a:endParaRPr lang="en-US"/>
        </a:p>
      </dgm:t>
    </dgm:pt>
    <dgm:pt modelId="{83DB2F62-1A21-406E-B44C-0BB9C8D699A4}" type="sibTrans" cxnId="{FF82F915-ADFE-46D0-B7D7-5CF343514D05}">
      <dgm:prSet/>
      <dgm:spPr/>
      <dgm:t>
        <a:bodyPr/>
        <a:lstStyle/>
        <a:p>
          <a:endParaRPr lang="en-US"/>
        </a:p>
      </dgm:t>
    </dgm:pt>
    <dgm:pt modelId="{B89BD19D-507F-40E0-B298-F8180E9C3BF4}" type="pres">
      <dgm:prSet presAssocID="{F19595CA-4600-43A8-BD3F-B7B902B1376E}" presName="CompostProcess" presStyleCnt="0">
        <dgm:presLayoutVars>
          <dgm:dir/>
          <dgm:resizeHandles val="exact"/>
        </dgm:presLayoutVars>
      </dgm:prSet>
      <dgm:spPr/>
    </dgm:pt>
    <dgm:pt modelId="{E11D6148-E50C-4F22-8497-850F6B51A54C}" type="pres">
      <dgm:prSet presAssocID="{F19595CA-4600-43A8-BD3F-B7B902B1376E}" presName="arrow" presStyleLbl="bgShp" presStyleIdx="0" presStyleCnt="1"/>
      <dgm:spPr/>
    </dgm:pt>
    <dgm:pt modelId="{F083C9B6-0501-4E1E-A441-739BA8B5D74D}" type="pres">
      <dgm:prSet presAssocID="{F19595CA-4600-43A8-BD3F-B7B902B1376E}" presName="linearProcess" presStyleCnt="0"/>
      <dgm:spPr/>
    </dgm:pt>
    <dgm:pt modelId="{825763A6-EF5F-4B81-99BB-C9B24D94BF91}" type="pres">
      <dgm:prSet presAssocID="{5A2E9B90-0833-44F1-86CE-1D91258FA86E}" presName="textNode" presStyleLbl="node1" presStyleIdx="0" presStyleCnt="4">
        <dgm:presLayoutVars>
          <dgm:bulletEnabled val="1"/>
        </dgm:presLayoutVars>
      </dgm:prSet>
      <dgm:spPr/>
    </dgm:pt>
    <dgm:pt modelId="{F5E3E215-3AA9-4C51-8EBA-CB759032831B}" type="pres">
      <dgm:prSet presAssocID="{6BEA09D4-2BFB-49D5-B908-134D25847E57}" presName="sibTrans" presStyleCnt="0"/>
      <dgm:spPr/>
    </dgm:pt>
    <dgm:pt modelId="{69F06EE1-654C-494A-9662-9004AE01278E}" type="pres">
      <dgm:prSet presAssocID="{AF38A88D-824F-4FCA-A82B-3682FEE65FCB}" presName="textNode" presStyleLbl="node1" presStyleIdx="1" presStyleCnt="4">
        <dgm:presLayoutVars>
          <dgm:bulletEnabled val="1"/>
        </dgm:presLayoutVars>
      </dgm:prSet>
      <dgm:spPr/>
    </dgm:pt>
    <dgm:pt modelId="{9429790E-2BDB-42D7-AE0D-B4306125A897}" type="pres">
      <dgm:prSet presAssocID="{F198AFD6-2B86-481B-B7B3-1A5C2EC9C8D2}" presName="sibTrans" presStyleCnt="0"/>
      <dgm:spPr/>
    </dgm:pt>
    <dgm:pt modelId="{48A6AE55-431C-4628-8409-F97656629F4F}" type="pres">
      <dgm:prSet presAssocID="{1824AEAA-74BA-45D0-BF89-5F6EF3187C44}" presName="textNode" presStyleLbl="node1" presStyleIdx="2" presStyleCnt="4">
        <dgm:presLayoutVars>
          <dgm:bulletEnabled val="1"/>
        </dgm:presLayoutVars>
      </dgm:prSet>
      <dgm:spPr/>
    </dgm:pt>
    <dgm:pt modelId="{3AF42ED8-0E23-48CC-8359-885F1E0FDC6A}" type="pres">
      <dgm:prSet presAssocID="{9A4CE156-FE63-4381-A824-4DDA6C83A6AD}" presName="sibTrans" presStyleCnt="0"/>
      <dgm:spPr/>
    </dgm:pt>
    <dgm:pt modelId="{89053640-3056-4303-B90B-B8072B289F5F}" type="pres">
      <dgm:prSet presAssocID="{888B50C6-96F8-4AF5-AD62-436C1F9C2795}" presName="textNode" presStyleLbl="node1" presStyleIdx="3" presStyleCnt="4">
        <dgm:presLayoutVars>
          <dgm:bulletEnabled val="1"/>
        </dgm:presLayoutVars>
      </dgm:prSet>
      <dgm:spPr/>
    </dgm:pt>
  </dgm:ptLst>
  <dgm:cxnLst>
    <dgm:cxn modelId="{FF82F915-ADFE-46D0-B7D7-5CF343514D05}" srcId="{F19595CA-4600-43A8-BD3F-B7B902B1376E}" destId="{888B50C6-96F8-4AF5-AD62-436C1F9C2795}" srcOrd="3" destOrd="0" parTransId="{C3D3CC10-F618-40FF-A72F-BC0BE35E2BF5}" sibTransId="{83DB2F62-1A21-406E-B44C-0BB9C8D699A4}"/>
    <dgm:cxn modelId="{655B1B1A-5CD4-4A24-BB46-F77ACBEF0C0A}" type="presOf" srcId="{5A2E9B90-0833-44F1-86CE-1D91258FA86E}" destId="{825763A6-EF5F-4B81-99BB-C9B24D94BF91}" srcOrd="0" destOrd="0" presId="urn:microsoft.com/office/officeart/2005/8/layout/hProcess9"/>
    <dgm:cxn modelId="{8C412C50-68A3-45F2-B1E1-F3A8BD4605F6}" type="presOf" srcId="{AF38A88D-824F-4FCA-A82B-3682FEE65FCB}" destId="{69F06EE1-654C-494A-9662-9004AE01278E}" srcOrd="0" destOrd="0" presId="urn:microsoft.com/office/officeart/2005/8/layout/hProcess9"/>
    <dgm:cxn modelId="{BF8240ED-C6FC-4E4D-867D-26A7C5EDB0DC}" type="presOf" srcId="{888B50C6-96F8-4AF5-AD62-436C1F9C2795}" destId="{89053640-3056-4303-B90B-B8072B289F5F}" srcOrd="0" destOrd="0" presId="urn:microsoft.com/office/officeart/2005/8/layout/hProcess9"/>
    <dgm:cxn modelId="{1E4C92F0-3CB1-4F36-A73D-9C8EC7C73F9A}" type="presOf" srcId="{1824AEAA-74BA-45D0-BF89-5F6EF3187C44}" destId="{48A6AE55-431C-4628-8409-F97656629F4F}" srcOrd="0" destOrd="0" presId="urn:microsoft.com/office/officeart/2005/8/layout/hProcess9"/>
    <dgm:cxn modelId="{7559E8F4-2BB3-47B4-80AD-C47E6A481EAC}" srcId="{F19595CA-4600-43A8-BD3F-B7B902B1376E}" destId="{1824AEAA-74BA-45D0-BF89-5F6EF3187C44}" srcOrd="2" destOrd="0" parTransId="{516F31C2-07C7-4EDB-ACB8-972E88A7DFEE}" sibTransId="{9A4CE156-FE63-4381-A824-4DDA6C83A6AD}"/>
    <dgm:cxn modelId="{C5640CF7-2B74-46CB-BFBE-1C332D43F30D}" srcId="{F19595CA-4600-43A8-BD3F-B7B902B1376E}" destId="{5A2E9B90-0833-44F1-86CE-1D91258FA86E}" srcOrd="0" destOrd="0" parTransId="{AEE099A5-B9A4-4E80-9BCE-013A9FEE0FEB}" sibTransId="{6BEA09D4-2BFB-49D5-B908-134D25847E57}"/>
    <dgm:cxn modelId="{3C1736F9-1AD0-41BC-B67D-CC226EAC01A0}" type="presOf" srcId="{F19595CA-4600-43A8-BD3F-B7B902B1376E}" destId="{B89BD19D-507F-40E0-B298-F8180E9C3BF4}" srcOrd="0" destOrd="0" presId="urn:microsoft.com/office/officeart/2005/8/layout/hProcess9"/>
    <dgm:cxn modelId="{42A43CFE-1665-4579-83E4-3522208F9643}" srcId="{F19595CA-4600-43A8-BD3F-B7B902B1376E}" destId="{AF38A88D-824F-4FCA-A82B-3682FEE65FCB}" srcOrd="1" destOrd="0" parTransId="{AFA98D01-0925-44A4-ACE0-79ECEFF43F1A}" sibTransId="{F198AFD6-2B86-481B-B7B3-1A5C2EC9C8D2}"/>
    <dgm:cxn modelId="{7DC06D96-A0D9-4A41-93C3-8392D8188C92}" type="presParOf" srcId="{B89BD19D-507F-40E0-B298-F8180E9C3BF4}" destId="{E11D6148-E50C-4F22-8497-850F6B51A54C}" srcOrd="0" destOrd="0" presId="urn:microsoft.com/office/officeart/2005/8/layout/hProcess9"/>
    <dgm:cxn modelId="{A1BFC317-9C17-4980-9C69-F5CAAA0910AB}" type="presParOf" srcId="{B89BD19D-507F-40E0-B298-F8180E9C3BF4}" destId="{F083C9B6-0501-4E1E-A441-739BA8B5D74D}" srcOrd="1" destOrd="0" presId="urn:microsoft.com/office/officeart/2005/8/layout/hProcess9"/>
    <dgm:cxn modelId="{DD71AE7B-563B-4DEF-89B0-F6B020EF7A03}" type="presParOf" srcId="{F083C9B6-0501-4E1E-A441-739BA8B5D74D}" destId="{825763A6-EF5F-4B81-99BB-C9B24D94BF91}" srcOrd="0" destOrd="0" presId="urn:microsoft.com/office/officeart/2005/8/layout/hProcess9"/>
    <dgm:cxn modelId="{65BFE400-F382-4065-854D-B09D95FCD872}" type="presParOf" srcId="{F083C9B6-0501-4E1E-A441-739BA8B5D74D}" destId="{F5E3E215-3AA9-4C51-8EBA-CB759032831B}" srcOrd="1" destOrd="0" presId="urn:microsoft.com/office/officeart/2005/8/layout/hProcess9"/>
    <dgm:cxn modelId="{AB9D5CB7-C234-4419-8A1A-F3B3B177543B}" type="presParOf" srcId="{F083C9B6-0501-4E1E-A441-739BA8B5D74D}" destId="{69F06EE1-654C-494A-9662-9004AE01278E}" srcOrd="2" destOrd="0" presId="urn:microsoft.com/office/officeart/2005/8/layout/hProcess9"/>
    <dgm:cxn modelId="{9493D57D-3F15-4034-8A2F-4854F4A606C5}" type="presParOf" srcId="{F083C9B6-0501-4E1E-A441-739BA8B5D74D}" destId="{9429790E-2BDB-42D7-AE0D-B4306125A897}" srcOrd="3" destOrd="0" presId="urn:microsoft.com/office/officeart/2005/8/layout/hProcess9"/>
    <dgm:cxn modelId="{FD8C4DCB-6B95-4D53-9F7C-1F4F072BB977}" type="presParOf" srcId="{F083C9B6-0501-4E1E-A441-739BA8B5D74D}" destId="{48A6AE55-431C-4628-8409-F97656629F4F}" srcOrd="4" destOrd="0" presId="urn:microsoft.com/office/officeart/2005/8/layout/hProcess9"/>
    <dgm:cxn modelId="{DF206010-F801-4F46-9F09-5B372F1C0C1A}" type="presParOf" srcId="{F083C9B6-0501-4E1E-A441-739BA8B5D74D}" destId="{3AF42ED8-0E23-48CC-8359-885F1E0FDC6A}" srcOrd="5" destOrd="0" presId="urn:microsoft.com/office/officeart/2005/8/layout/hProcess9"/>
    <dgm:cxn modelId="{F1C55519-6052-4561-BBE5-61654E18BF8F}" type="presParOf" srcId="{F083C9B6-0501-4E1E-A441-739BA8B5D74D}" destId="{89053640-3056-4303-B90B-B8072B289F5F}" srcOrd="6"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11D6148-E50C-4F22-8497-850F6B51A54C}">
      <dsp:nvSpPr>
        <dsp:cNvPr id="0" name=""/>
        <dsp:cNvSpPr/>
      </dsp:nvSpPr>
      <dsp:spPr>
        <a:xfrm>
          <a:off x="541564" y="0"/>
          <a:ext cx="6137727" cy="4483091"/>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25763A6-EF5F-4B81-99BB-C9B24D94BF91}">
      <dsp:nvSpPr>
        <dsp:cNvPr id="0" name=""/>
        <dsp:cNvSpPr/>
      </dsp:nvSpPr>
      <dsp:spPr>
        <a:xfrm>
          <a:off x="3613" y="1344927"/>
          <a:ext cx="1738223" cy="1793236"/>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Step 1</a:t>
          </a:r>
          <a:br>
            <a:rPr lang="en-US" sz="1700" kern="1200" dirty="0"/>
          </a:br>
          <a:r>
            <a:rPr lang="en-US" sz="1700" kern="1200" dirty="0"/>
            <a:t>Identify the Acquirer</a:t>
          </a:r>
        </a:p>
      </dsp:txBody>
      <dsp:txXfrm>
        <a:off x="88466" y="1429780"/>
        <a:ext cx="1568517" cy="1623530"/>
      </dsp:txXfrm>
    </dsp:sp>
    <dsp:sp modelId="{69F06EE1-654C-494A-9662-9004AE01278E}">
      <dsp:nvSpPr>
        <dsp:cNvPr id="0" name=""/>
        <dsp:cNvSpPr/>
      </dsp:nvSpPr>
      <dsp:spPr>
        <a:xfrm>
          <a:off x="1828748" y="1344927"/>
          <a:ext cx="1738223" cy="1793236"/>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Step 2 Determine the Acquisition Date</a:t>
          </a:r>
        </a:p>
      </dsp:txBody>
      <dsp:txXfrm>
        <a:off x="1913601" y="1429780"/>
        <a:ext cx="1568517" cy="1623530"/>
      </dsp:txXfrm>
    </dsp:sp>
    <dsp:sp modelId="{48A6AE55-431C-4628-8409-F97656629F4F}">
      <dsp:nvSpPr>
        <dsp:cNvPr id="0" name=""/>
        <dsp:cNvSpPr/>
      </dsp:nvSpPr>
      <dsp:spPr>
        <a:xfrm>
          <a:off x="3653883" y="1344927"/>
          <a:ext cx="1738223" cy="1793236"/>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Step 3 </a:t>
          </a:r>
        </a:p>
        <a:p>
          <a:pPr marL="0" lvl="0" indent="0" algn="ctr" defTabSz="755650">
            <a:lnSpc>
              <a:spcPct val="90000"/>
            </a:lnSpc>
            <a:spcBef>
              <a:spcPct val="0"/>
            </a:spcBef>
            <a:spcAft>
              <a:spcPct val="35000"/>
            </a:spcAft>
            <a:buNone/>
          </a:pPr>
          <a:r>
            <a:rPr lang="en-US" sz="1700" kern="1200" dirty="0"/>
            <a:t>Recognize Asset, Liabilities and Non-Controlling Interest</a:t>
          </a:r>
        </a:p>
      </dsp:txBody>
      <dsp:txXfrm>
        <a:off x="3738736" y="1429780"/>
        <a:ext cx="1568517" cy="1623530"/>
      </dsp:txXfrm>
    </dsp:sp>
    <dsp:sp modelId="{89053640-3056-4303-B90B-B8072B289F5F}">
      <dsp:nvSpPr>
        <dsp:cNvPr id="0" name=""/>
        <dsp:cNvSpPr/>
      </dsp:nvSpPr>
      <dsp:spPr>
        <a:xfrm>
          <a:off x="5479018" y="1344927"/>
          <a:ext cx="1738223" cy="1793236"/>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a:t>Step 4 </a:t>
          </a:r>
          <a:br>
            <a:rPr lang="en-US" sz="1700" kern="1200"/>
          </a:br>
          <a:r>
            <a:rPr lang="en-US" sz="1700" kern="1200"/>
            <a:t>Recognize the G.W if Any </a:t>
          </a:r>
          <a:endParaRPr lang="en-US" sz="1700" kern="1200" dirty="0"/>
        </a:p>
      </dsp:txBody>
      <dsp:txXfrm>
        <a:off x="5563871" y="1429780"/>
        <a:ext cx="1568517" cy="1623530"/>
      </dsp:txXfrm>
    </dsp:sp>
  </dsp:spTree>
</dsp:drawing>
</file>

<file path=ppt/diagrams/layout1.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2/15/2026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2/13/2026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1</a:t>
            </a:fld>
            <a:endParaRPr lang="en-US" noProof="0" dirty="0"/>
          </a:p>
        </p:txBody>
      </p:sp>
    </p:spTree>
    <p:extLst>
      <p:ext uri="{BB962C8B-B14F-4D97-AF65-F5344CB8AC3E}">
        <p14:creationId xmlns:p14="http://schemas.microsoft.com/office/powerpoint/2010/main" val="3644206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2</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6" name="Hexagon 5">
            <a:extLst>
              <a:ext uri="{FF2B5EF4-FFF2-40B4-BE49-F238E27FC236}">
                <a16:creationId xmlns:a16="http://schemas.microsoft.com/office/drawing/2014/main" id="{ED61BFD1-C421-442F-ACC0-868D35B02015}"/>
              </a:ext>
            </a:extLst>
          </p:cNvPr>
          <p:cNvSpPr/>
          <p:nvPr userDrawn="1"/>
        </p:nvSpPr>
        <p:spPr>
          <a:xfrm>
            <a:off x="3166402" y="903484"/>
            <a:ext cx="5859196" cy="5051033"/>
          </a:xfrm>
          <a:prstGeom prst="hexagon">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Hexagon 13">
            <a:extLst>
              <a:ext uri="{FF2B5EF4-FFF2-40B4-BE49-F238E27FC236}">
                <a16:creationId xmlns:a16="http://schemas.microsoft.com/office/drawing/2014/main" id="{89B16BC3-CBF9-4BF0-A37A-9F2BB89BED54}"/>
              </a:ext>
            </a:extLst>
          </p:cNvPr>
          <p:cNvSpPr/>
          <p:nvPr userDrawn="1"/>
        </p:nvSpPr>
        <p:spPr>
          <a:xfrm>
            <a:off x="7974278" y="5753530"/>
            <a:ext cx="651613" cy="561736"/>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80EA9ECE-F57C-4B25-AD19-4F78933A61EC}"/>
              </a:ext>
            </a:extLst>
          </p:cNvPr>
          <p:cNvSpPr/>
          <p:nvPr userDrawn="1"/>
        </p:nvSpPr>
        <p:spPr>
          <a:xfrm>
            <a:off x="2255521" y="2751804"/>
            <a:ext cx="785546" cy="677196"/>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DCBDF4EA-BFFB-460D-B9A8-45C097E920DA}"/>
              </a:ext>
            </a:extLst>
          </p:cNvPr>
          <p:cNvSpPr/>
          <p:nvPr userDrawn="1"/>
        </p:nvSpPr>
        <p:spPr>
          <a:xfrm>
            <a:off x="8021783" y="671564"/>
            <a:ext cx="392774" cy="33859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Hexagon 19">
            <a:extLst>
              <a:ext uri="{FF2B5EF4-FFF2-40B4-BE49-F238E27FC236}">
                <a16:creationId xmlns:a16="http://schemas.microsoft.com/office/drawing/2014/main" id="{AB15A15E-528E-4041-8E63-65C0D0398F3A}"/>
              </a:ext>
            </a:extLst>
          </p:cNvPr>
          <p:cNvSpPr/>
          <p:nvPr userDrawn="1"/>
        </p:nvSpPr>
        <p:spPr>
          <a:xfrm>
            <a:off x="2035398" y="3344350"/>
            <a:ext cx="196388" cy="169300"/>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itle 1">
            <a:extLst>
              <a:ext uri="{FF2B5EF4-FFF2-40B4-BE49-F238E27FC236}">
                <a16:creationId xmlns:a16="http://schemas.microsoft.com/office/drawing/2014/main" id="{A7A620BD-CFAD-4100-8C9F-494D15A0A900}"/>
              </a:ext>
            </a:extLst>
          </p:cNvPr>
          <p:cNvSpPr>
            <a:spLocks noGrp="1"/>
          </p:cNvSpPr>
          <p:nvPr>
            <p:ph type="title"/>
          </p:nvPr>
        </p:nvSpPr>
        <p:spPr>
          <a:xfrm>
            <a:off x="4096846" y="2576760"/>
            <a:ext cx="3924935"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096848" y="1899514"/>
            <a:ext cx="3924934" cy="490538"/>
          </a:xfrm>
          <a:prstGeom prst="rect">
            <a:avLst/>
          </a:prstGeom>
        </p:spPr>
        <p:txBody>
          <a:bodyPr/>
          <a:lstStyle>
            <a:lvl1pP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28" name="Text Placeholder 27">
            <a:extLst>
              <a:ext uri="{FF2B5EF4-FFF2-40B4-BE49-F238E27FC236}">
                <a16:creationId xmlns:a16="http://schemas.microsoft.com/office/drawing/2014/main" id="{E0A61465-6ECA-46DC-97DD-7BCFDB69EB89}"/>
              </a:ext>
            </a:extLst>
          </p:cNvPr>
          <p:cNvSpPr>
            <a:spLocks noGrp="1"/>
          </p:cNvSpPr>
          <p:nvPr>
            <p:ph type="body" sz="quarter" idx="13"/>
          </p:nvPr>
        </p:nvSpPr>
        <p:spPr>
          <a:xfrm>
            <a:off x="4484582" y="4459105"/>
            <a:ext cx="3222836" cy="1168530"/>
          </a:xfrm>
          <a:prstGeom prst="rect">
            <a:avLst/>
          </a:prstGeom>
        </p:spPr>
        <p:txBody>
          <a:bodyPr anchor="b"/>
          <a:lstStyle>
            <a:lvl1pPr algn="r">
              <a:buNone/>
              <a:defRPr lang="en-US" sz="1600" kern="1200" dirty="0" smtClean="0">
                <a:solidFill>
                  <a:schemeClr val="bg1"/>
                </a:solidFill>
                <a:latin typeface="+mn-lt"/>
                <a:ea typeface="+mn-ea"/>
                <a:cs typeface="+mn-cs"/>
              </a:defRPr>
            </a:lvl1pPr>
          </a:lstStyle>
          <a:p>
            <a:pPr lvl="0"/>
            <a:r>
              <a:rPr lang="en-US"/>
              <a:t>Click to edit Master text styles</a:t>
            </a:r>
          </a:p>
        </p:txBody>
      </p:sp>
    </p:spTree>
    <p:extLst>
      <p:ext uri="{BB962C8B-B14F-4D97-AF65-F5344CB8AC3E}">
        <p14:creationId xmlns:p14="http://schemas.microsoft.com/office/powerpoint/2010/main" val="7814876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5_Custom Layout">
    <p:bg>
      <p:bgPr>
        <a:solidFill>
          <a:schemeClr val="tx1"/>
        </a:solidFill>
        <a:effectLst/>
      </p:bgPr>
    </p:bg>
    <p:spTree>
      <p:nvGrpSpPr>
        <p:cNvPr id="1" name=""/>
        <p:cNvGrpSpPr/>
        <p:nvPr/>
      </p:nvGrpSpPr>
      <p:grpSpPr>
        <a:xfrm>
          <a:off x="0" y="0"/>
          <a:ext cx="0" cy="0"/>
          <a:chOff x="0" y="0"/>
          <a:chExt cx="0" cy="0"/>
        </a:xfrm>
      </p:grpSpPr>
      <p:sp>
        <p:nvSpPr>
          <p:cNvPr id="14" name="Picture Placeholder 21">
            <a:extLst>
              <a:ext uri="{FF2B5EF4-FFF2-40B4-BE49-F238E27FC236}">
                <a16:creationId xmlns:a16="http://schemas.microsoft.com/office/drawing/2014/main" id="{75D96571-69F8-475F-A910-ECC183425065}"/>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3" name="Oval 2" descr="Tall office building looking up">
            <a:extLst>
              <a:ext uri="{FF2B5EF4-FFF2-40B4-BE49-F238E27FC236}">
                <a16:creationId xmlns:a16="http://schemas.microsoft.com/office/drawing/2014/main" id="{CD4C2457-AECB-4015-9FE4-CCBC516AA9EE}"/>
              </a:ext>
            </a:extLst>
          </p:cNvPr>
          <p:cNvSpPr/>
          <p:nvPr userDrawn="1"/>
        </p:nvSpPr>
        <p:spPr>
          <a:xfrm>
            <a:off x="3352800" y="685800"/>
            <a:ext cx="5486400" cy="5486400"/>
          </a:xfrm>
          <a:prstGeom prst="ellipse">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Oval 8">
            <a:extLst>
              <a:ext uri="{FF2B5EF4-FFF2-40B4-BE49-F238E27FC236}">
                <a16:creationId xmlns:a16="http://schemas.microsoft.com/office/drawing/2014/main" id="{289A018F-D11C-4B07-9830-8336B27A18AD}"/>
              </a:ext>
            </a:extLst>
          </p:cNvPr>
          <p:cNvSpPr/>
          <p:nvPr userDrawn="1"/>
        </p:nvSpPr>
        <p:spPr>
          <a:xfrm>
            <a:off x="8138160" y="5669280"/>
            <a:ext cx="502920" cy="50292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Oval 10">
            <a:extLst>
              <a:ext uri="{FF2B5EF4-FFF2-40B4-BE49-F238E27FC236}">
                <a16:creationId xmlns:a16="http://schemas.microsoft.com/office/drawing/2014/main" id="{E0209A32-FE17-4457-B02B-0A1DB9B8ADB1}"/>
              </a:ext>
            </a:extLst>
          </p:cNvPr>
          <p:cNvSpPr/>
          <p:nvPr userDrawn="1"/>
        </p:nvSpPr>
        <p:spPr>
          <a:xfrm>
            <a:off x="2915463" y="1295169"/>
            <a:ext cx="692878" cy="692878"/>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Oval 12">
            <a:extLst>
              <a:ext uri="{FF2B5EF4-FFF2-40B4-BE49-F238E27FC236}">
                <a16:creationId xmlns:a16="http://schemas.microsoft.com/office/drawing/2014/main" id="{D585A541-0EDE-4213-AE62-4D909E8EB7F5}"/>
              </a:ext>
            </a:extLst>
          </p:cNvPr>
          <p:cNvSpPr/>
          <p:nvPr userDrawn="1"/>
        </p:nvSpPr>
        <p:spPr>
          <a:xfrm>
            <a:off x="3398520" y="904895"/>
            <a:ext cx="251460" cy="25146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Text Placeholder 23">
            <a:extLst>
              <a:ext uri="{FF2B5EF4-FFF2-40B4-BE49-F238E27FC236}">
                <a16:creationId xmlns:a16="http://schemas.microsoft.com/office/drawing/2014/main" id="{CBFD020D-881A-48D8-BDA8-55C7B95C5996}"/>
              </a:ext>
            </a:extLst>
          </p:cNvPr>
          <p:cNvSpPr>
            <a:spLocks noGrp="1"/>
          </p:cNvSpPr>
          <p:nvPr>
            <p:ph type="body" sz="quarter" idx="11" hasCustomPrompt="1"/>
          </p:nvPr>
        </p:nvSpPr>
        <p:spPr>
          <a:xfrm>
            <a:off x="4127927" y="4609453"/>
            <a:ext cx="3924934" cy="490538"/>
          </a:xfrm>
          <a:prstGeom prst="rect">
            <a:avLst/>
          </a:prstGeom>
        </p:spPr>
        <p:txBody>
          <a:bodyPr anchor="b"/>
          <a:lstStyle>
            <a:lvl1pPr algn="ctr">
              <a:buNone/>
              <a:defRPr lang="en-US" sz="20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2" name="Title 1">
            <a:extLst>
              <a:ext uri="{FF2B5EF4-FFF2-40B4-BE49-F238E27FC236}">
                <a16:creationId xmlns:a16="http://schemas.microsoft.com/office/drawing/2014/main" id="{CF9687A5-0BDD-45B2-A892-542449E31394}"/>
              </a:ext>
            </a:extLst>
          </p:cNvPr>
          <p:cNvSpPr>
            <a:spLocks noGrp="1"/>
          </p:cNvSpPr>
          <p:nvPr>
            <p:ph type="title"/>
          </p:nvPr>
        </p:nvSpPr>
        <p:spPr>
          <a:xfrm>
            <a:off x="4045678" y="1988047"/>
            <a:ext cx="4007183" cy="2374194"/>
          </a:xfrm>
          <a:prstGeom prst="rect">
            <a:avLst/>
          </a:prstGeom>
        </p:spPr>
        <p:txBody>
          <a:bodyPr/>
          <a:lstStyle>
            <a:lvl1pPr algn="ctr">
              <a:spcBef>
                <a:spcPts val="1000"/>
              </a:spcBef>
              <a:defRPr sz="2800">
                <a:solidFill>
                  <a:schemeClr val="bg1"/>
                </a:solidFill>
                <a:latin typeface="+mn-lt"/>
              </a:defRPr>
            </a:lvl1pPr>
          </a:lstStyle>
          <a:p>
            <a:r>
              <a:rPr lang="en-US"/>
              <a:t>Click to edit Master title style</a:t>
            </a:r>
            <a:endParaRPr lang="en-US" dirty="0"/>
          </a:p>
        </p:txBody>
      </p:sp>
    </p:spTree>
    <p:extLst>
      <p:ext uri="{BB962C8B-B14F-4D97-AF65-F5344CB8AC3E}">
        <p14:creationId xmlns:p14="http://schemas.microsoft.com/office/powerpoint/2010/main" val="36863240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694370068"/>
      </p:ext>
    </p:extLst>
  </p:cSld>
  <p:clrMapOvr>
    <a:masterClrMapping/>
  </p:clrMapOvr>
  <p:extLst>
    <p:ext uri="{DCECCB84-F9BA-43D5-87BE-67443E8EF086}">
      <p15:sldGuideLst xmlns:p15="http://schemas.microsoft.com/office/powerpoint/2012/main">
        <p15:guide id="1" orient="horz" pos="504" userDrawn="1">
          <p15:clr>
            <a:srgbClr val="FBAE40"/>
          </p15:clr>
        </p15:guide>
        <p15:guide id="2" pos="3840" userDrawn="1">
          <p15:clr>
            <a:srgbClr val="FBAE40"/>
          </p15:clr>
        </p15:guide>
        <p15:guide id="3" orient="horz" pos="1416"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84497083"/>
      </p:ext>
    </p:extLst>
  </p:cSld>
  <p:clrMapOvr>
    <a:masterClrMapping/>
  </p:clrMapOvr>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hart and Table">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D23CD802-D0A0-4EAC-8222-78FFDDD76A75}"/>
              </a:ext>
            </a:extLst>
          </p:cNvPr>
          <p:cNvSpPr>
            <a:spLocks noGrp="1"/>
          </p:cNvSpPr>
          <p:nvPr>
            <p:ph sz="quarter" idx="10"/>
          </p:nvPr>
        </p:nvSpPr>
        <p:spPr>
          <a:xfrm>
            <a:off x="838200" y="2039392"/>
            <a:ext cx="10515600" cy="41148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87BCB8BF-DA17-4856-91E9-77C601F2B139}"/>
              </a:ext>
            </a:extLst>
          </p:cNvPr>
          <p:cNvSpPr>
            <a:spLocks noGrp="1"/>
          </p:cNvSpPr>
          <p:nvPr>
            <p:ph type="title"/>
          </p:nvPr>
        </p:nvSpPr>
        <p:spPr>
          <a:xfrm>
            <a:off x="838200" y="635000"/>
            <a:ext cx="10515600" cy="700115"/>
          </a:xfrm>
          <a:prstGeom prst="rect">
            <a:avLst/>
          </a:prstGeom>
        </p:spPr>
        <p:txBody>
          <a:bodyPr anchor="ctr"/>
          <a:lstStyle>
            <a:lvl1pPr algn="ct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651989139"/>
      </p:ext>
    </p:extLst>
  </p:cSld>
  <p:clrMapOvr>
    <a:masterClrMapping/>
  </p:clrMapOvr>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3603056595"/>
      </p:ext>
    </p:extLst>
  </p:cSld>
  <p:clrMapOvr>
    <a:masterClrMapping/>
  </p:clrMapOvr>
  <p:extLst>
    <p:ext uri="{DCECCB84-F9BA-43D5-87BE-67443E8EF086}">
      <p15:sldGuideLst xmlns:p15="http://schemas.microsoft.com/office/powerpoint/2012/main">
        <p15:guide id="1" orient="horz" pos="1272"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50585527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p:nvSpPr>
          <p:cNvPr id="40" name="Content Placeholder 39">
            <a:extLst>
              <a:ext uri="{FF2B5EF4-FFF2-40B4-BE49-F238E27FC236}">
                <a16:creationId xmlns:a16="http://schemas.microsoft.com/office/drawing/2014/main" id="{6BB16225-AC51-4525-A1E8-438B8B0B7361}"/>
              </a:ext>
            </a:extLst>
          </p:cNvPr>
          <p:cNvSpPr>
            <a:spLocks noGrp="1"/>
          </p:cNvSpPr>
          <p:nvPr>
            <p:ph sz="quarter" idx="12"/>
          </p:nvPr>
        </p:nvSpPr>
        <p:spPr>
          <a:xfrm>
            <a:off x="1739655" y="2117897"/>
            <a:ext cx="4208386" cy="912812"/>
          </a:xfrm>
          <a:prstGeom prst="rect">
            <a:avLst/>
          </a:prstGeom>
        </p:spPr>
        <p:txBody>
          <a:bodyPr/>
          <a:lstStyle>
            <a:lvl1pPr>
              <a:buNone/>
              <a:defRPr kumimoji="0" lang="en-US" sz="1800" b="1" i="0" u="none" strike="noStrike" kern="1200" cap="none" spc="0" normalizeH="0" baseline="0" dirty="0" smtClean="0">
                <a:ln>
                  <a:noFill/>
                </a:ln>
                <a:solidFill>
                  <a:schemeClr val="accent4"/>
                </a:solidFill>
                <a:effectLst/>
                <a:uLnTx/>
                <a:uFillTx/>
                <a:latin typeface="+mj-lt"/>
                <a:ea typeface="+mn-ea"/>
                <a:cs typeface="Biome Light" panose="020B0303030204020804" pitchFamily="34" charset="0"/>
              </a:defRPr>
            </a:lvl1pPr>
            <a:lvl2pPr marL="0" indent="0">
              <a:buNone/>
              <a:defRPr kumimoji="0" lang="en-US" sz="1600" b="0" i="0" u="none" strike="noStrike" kern="1200" cap="none" spc="0" normalizeH="0" baseline="0" dirty="0" smtClean="0">
                <a:ln>
                  <a:noFill/>
                </a:ln>
                <a:solidFill>
                  <a:schemeClr val="tx1"/>
                </a:solidFill>
                <a:effectLst/>
                <a:uLnTx/>
                <a:uFillTx/>
                <a:latin typeface="+mn-lt"/>
                <a:ea typeface="+mn-ea"/>
                <a:cs typeface="Biome Light" panose="020B0303030204020804" pitchFamily="34" charset="0"/>
              </a:defRPr>
            </a:lvl2pPr>
          </a:lstStyle>
          <a:p>
            <a:pPr lvl="0"/>
            <a:r>
              <a:rPr lang="en-US"/>
              <a:t>Click to edit Master text styles</a:t>
            </a:r>
          </a:p>
          <a:p>
            <a:pPr lvl="1"/>
            <a:r>
              <a:rPr lang="en-US"/>
              <a:t>Second level</a:t>
            </a:r>
          </a:p>
        </p:txBody>
      </p:sp>
      <p:sp>
        <p:nvSpPr>
          <p:cNvPr id="41" name="Content Placeholder 39">
            <a:extLst>
              <a:ext uri="{FF2B5EF4-FFF2-40B4-BE49-F238E27FC236}">
                <a16:creationId xmlns:a16="http://schemas.microsoft.com/office/drawing/2014/main" id="{6EC38F38-5935-49D5-AA85-4182E82D6FF2}"/>
              </a:ext>
            </a:extLst>
          </p:cNvPr>
          <p:cNvSpPr>
            <a:spLocks noGrp="1"/>
          </p:cNvSpPr>
          <p:nvPr>
            <p:ph sz="quarter" idx="13"/>
          </p:nvPr>
        </p:nvSpPr>
        <p:spPr>
          <a:xfrm>
            <a:off x="1739655" y="4724146"/>
            <a:ext cx="4208386" cy="912812"/>
          </a:xfrm>
          <a:prstGeom prst="rect">
            <a:avLst/>
          </a:prstGeom>
        </p:spPr>
        <p:txBody>
          <a:bodyPr/>
          <a:lstStyle>
            <a:lvl1pPr>
              <a:buNone/>
              <a:defRPr kumimoji="0" lang="en-US" sz="1800" b="1" i="0" u="none" strike="noStrike" kern="1200" cap="none" spc="0" normalizeH="0" baseline="0" dirty="0" smtClean="0">
                <a:ln>
                  <a:noFill/>
                </a:ln>
                <a:solidFill>
                  <a:schemeClr val="accent4"/>
                </a:solidFill>
                <a:effectLst/>
                <a:uLnTx/>
                <a:uFillTx/>
                <a:latin typeface="+mj-lt"/>
                <a:ea typeface="+mn-ea"/>
                <a:cs typeface="Biome Light" panose="020B0303030204020804" pitchFamily="34" charset="0"/>
              </a:defRPr>
            </a:lvl1pPr>
            <a:lvl2pPr marL="0" indent="0">
              <a:buNone/>
              <a:defRPr kumimoji="0" lang="en-US" sz="1600" b="0" i="0" u="none" strike="noStrike" kern="1200" cap="none" spc="0" normalizeH="0" baseline="0" dirty="0" smtClean="0">
                <a:ln>
                  <a:noFill/>
                </a:ln>
                <a:solidFill>
                  <a:schemeClr val="tx1"/>
                </a:solidFill>
                <a:effectLst/>
                <a:uLnTx/>
                <a:uFillTx/>
                <a:latin typeface="+mn-lt"/>
                <a:ea typeface="+mn-ea"/>
                <a:cs typeface="Biome Light" panose="020B0303030204020804" pitchFamily="34" charset="0"/>
              </a:defRPr>
            </a:lvl2pPr>
          </a:lstStyle>
          <a:p>
            <a:pPr lvl="0"/>
            <a:r>
              <a:rPr lang="en-US"/>
              <a:t>Click to edit Master text styles</a:t>
            </a:r>
          </a:p>
          <a:p>
            <a:pPr lvl="1"/>
            <a:r>
              <a:rPr lang="en-US"/>
              <a:t>Second level</a:t>
            </a:r>
          </a:p>
        </p:txBody>
      </p:sp>
      <p:sp>
        <p:nvSpPr>
          <p:cNvPr id="42" name="Content Placeholder 39">
            <a:extLst>
              <a:ext uri="{FF2B5EF4-FFF2-40B4-BE49-F238E27FC236}">
                <a16:creationId xmlns:a16="http://schemas.microsoft.com/office/drawing/2014/main" id="{51C9D5ED-A19A-42A1-9200-C77E39E6F5C5}"/>
              </a:ext>
            </a:extLst>
          </p:cNvPr>
          <p:cNvSpPr>
            <a:spLocks noGrp="1"/>
          </p:cNvSpPr>
          <p:nvPr>
            <p:ph sz="quarter" idx="14"/>
          </p:nvPr>
        </p:nvSpPr>
        <p:spPr>
          <a:xfrm>
            <a:off x="1739655" y="3420892"/>
            <a:ext cx="4208386" cy="912812"/>
          </a:xfrm>
          <a:prstGeom prst="rect">
            <a:avLst/>
          </a:prstGeom>
        </p:spPr>
        <p:txBody>
          <a:bodyPr/>
          <a:lstStyle>
            <a:lvl1pPr>
              <a:buNone/>
              <a:defRPr kumimoji="0" lang="en-US" sz="1800" b="1" i="0" u="none" strike="noStrike" kern="1200" cap="none" spc="0" normalizeH="0" baseline="0" dirty="0" smtClean="0">
                <a:ln>
                  <a:noFill/>
                </a:ln>
                <a:solidFill>
                  <a:schemeClr val="accent4"/>
                </a:solidFill>
                <a:effectLst/>
                <a:uLnTx/>
                <a:uFillTx/>
                <a:latin typeface="+mj-lt"/>
                <a:ea typeface="+mn-ea"/>
                <a:cs typeface="Biome Light" panose="020B0303030204020804" pitchFamily="34" charset="0"/>
              </a:defRPr>
            </a:lvl1pPr>
            <a:lvl2pPr marL="0" indent="0">
              <a:buNone/>
              <a:defRPr kumimoji="0" lang="en-US" sz="1600" b="0" i="0" u="none" strike="noStrike" kern="1200" cap="none" spc="0" normalizeH="0" baseline="0" dirty="0" smtClean="0">
                <a:ln>
                  <a:noFill/>
                </a:ln>
                <a:solidFill>
                  <a:schemeClr val="tx1"/>
                </a:solidFill>
                <a:effectLst/>
                <a:uLnTx/>
                <a:uFillTx/>
                <a:latin typeface="+mn-lt"/>
                <a:ea typeface="+mn-ea"/>
                <a:cs typeface="Biome Light" panose="020B0303030204020804" pitchFamily="34" charset="0"/>
              </a:defRPr>
            </a:lvl2pPr>
          </a:lstStyle>
          <a:p>
            <a:pPr lvl="0"/>
            <a:r>
              <a:rPr lang="en-US"/>
              <a:t>Click to edit Master text styles</a:t>
            </a:r>
          </a:p>
          <a:p>
            <a:pPr lvl="1"/>
            <a:r>
              <a:rPr lang="en-US"/>
              <a:t>Second level</a:t>
            </a:r>
          </a:p>
        </p:txBody>
      </p:sp>
      <p:sp>
        <p:nvSpPr>
          <p:cNvPr id="43" name="Content Placeholder 39">
            <a:extLst>
              <a:ext uri="{FF2B5EF4-FFF2-40B4-BE49-F238E27FC236}">
                <a16:creationId xmlns:a16="http://schemas.microsoft.com/office/drawing/2014/main" id="{47A95437-77F3-4E2C-8470-57587793A103}"/>
              </a:ext>
            </a:extLst>
          </p:cNvPr>
          <p:cNvSpPr>
            <a:spLocks noGrp="1"/>
          </p:cNvSpPr>
          <p:nvPr>
            <p:ph sz="quarter" idx="15"/>
          </p:nvPr>
        </p:nvSpPr>
        <p:spPr>
          <a:xfrm>
            <a:off x="7493865" y="2117897"/>
            <a:ext cx="4208386" cy="912812"/>
          </a:xfrm>
          <a:prstGeom prst="rect">
            <a:avLst/>
          </a:prstGeom>
        </p:spPr>
        <p:txBody>
          <a:bodyPr/>
          <a:lstStyle>
            <a:lvl1pPr>
              <a:buNone/>
              <a:defRPr kumimoji="0" lang="en-US" sz="1800" b="1" i="0" u="none" strike="noStrike" kern="1200" cap="none" spc="0" normalizeH="0" baseline="0" dirty="0" smtClean="0">
                <a:ln>
                  <a:noFill/>
                </a:ln>
                <a:solidFill>
                  <a:schemeClr val="accent4"/>
                </a:solidFill>
                <a:effectLst/>
                <a:uLnTx/>
                <a:uFillTx/>
                <a:latin typeface="+mj-lt"/>
                <a:ea typeface="+mn-ea"/>
                <a:cs typeface="Biome Light" panose="020B0303030204020804" pitchFamily="34" charset="0"/>
              </a:defRPr>
            </a:lvl1pPr>
            <a:lvl2pPr marL="0" indent="0">
              <a:buNone/>
              <a:defRPr kumimoji="0" lang="en-US" sz="1600" b="0" i="0" u="none" strike="noStrike" kern="1200" cap="none" spc="0" normalizeH="0" baseline="0" dirty="0" smtClean="0">
                <a:ln>
                  <a:noFill/>
                </a:ln>
                <a:solidFill>
                  <a:schemeClr val="tx1"/>
                </a:solidFill>
                <a:effectLst/>
                <a:uLnTx/>
                <a:uFillTx/>
                <a:latin typeface="+mn-lt"/>
                <a:ea typeface="+mn-ea"/>
                <a:cs typeface="Biome Light" panose="020B0303030204020804" pitchFamily="34" charset="0"/>
              </a:defRPr>
            </a:lvl2pPr>
          </a:lstStyle>
          <a:p>
            <a:pPr lvl="0"/>
            <a:r>
              <a:rPr lang="en-US"/>
              <a:t>Click to edit Master text styles</a:t>
            </a:r>
          </a:p>
          <a:p>
            <a:pPr lvl="1"/>
            <a:r>
              <a:rPr lang="en-US"/>
              <a:t>Second level</a:t>
            </a:r>
          </a:p>
        </p:txBody>
      </p:sp>
      <p:sp>
        <p:nvSpPr>
          <p:cNvPr id="44" name="Content Placeholder 39">
            <a:extLst>
              <a:ext uri="{FF2B5EF4-FFF2-40B4-BE49-F238E27FC236}">
                <a16:creationId xmlns:a16="http://schemas.microsoft.com/office/drawing/2014/main" id="{CB1EA2BE-D294-486E-88F0-2AA9518A6E63}"/>
              </a:ext>
            </a:extLst>
          </p:cNvPr>
          <p:cNvSpPr>
            <a:spLocks noGrp="1"/>
          </p:cNvSpPr>
          <p:nvPr>
            <p:ph sz="quarter" idx="16"/>
          </p:nvPr>
        </p:nvSpPr>
        <p:spPr>
          <a:xfrm>
            <a:off x="7493865" y="4724146"/>
            <a:ext cx="4208386" cy="912812"/>
          </a:xfrm>
          <a:prstGeom prst="rect">
            <a:avLst/>
          </a:prstGeom>
        </p:spPr>
        <p:txBody>
          <a:bodyPr/>
          <a:lstStyle>
            <a:lvl1pPr>
              <a:buNone/>
              <a:defRPr kumimoji="0" lang="en-US" sz="1800" b="1" i="0" u="none" strike="noStrike" kern="1200" cap="none" spc="0" normalizeH="0" baseline="0" dirty="0" smtClean="0">
                <a:ln>
                  <a:noFill/>
                </a:ln>
                <a:solidFill>
                  <a:schemeClr val="accent4"/>
                </a:solidFill>
                <a:effectLst/>
                <a:uLnTx/>
                <a:uFillTx/>
                <a:latin typeface="+mj-lt"/>
                <a:ea typeface="+mn-ea"/>
                <a:cs typeface="Biome Light" panose="020B0303030204020804" pitchFamily="34" charset="0"/>
              </a:defRPr>
            </a:lvl1pPr>
            <a:lvl2pPr marL="0" indent="0">
              <a:buNone/>
              <a:defRPr kumimoji="0" lang="en-US" sz="1600" b="0" i="0" u="none" strike="noStrike" kern="1200" cap="none" spc="0" normalizeH="0" baseline="0" dirty="0" smtClean="0">
                <a:ln>
                  <a:noFill/>
                </a:ln>
                <a:solidFill>
                  <a:schemeClr val="tx1"/>
                </a:solidFill>
                <a:effectLst/>
                <a:uLnTx/>
                <a:uFillTx/>
                <a:latin typeface="+mn-lt"/>
                <a:ea typeface="+mn-ea"/>
                <a:cs typeface="Biome Light" panose="020B0303030204020804" pitchFamily="34" charset="0"/>
              </a:defRPr>
            </a:lvl2pPr>
          </a:lstStyle>
          <a:p>
            <a:pPr lvl="0"/>
            <a:r>
              <a:rPr lang="en-US"/>
              <a:t>Click to edit Master text styles</a:t>
            </a:r>
          </a:p>
          <a:p>
            <a:pPr lvl="1"/>
            <a:r>
              <a:rPr lang="en-US"/>
              <a:t>Second level</a:t>
            </a:r>
          </a:p>
        </p:txBody>
      </p:sp>
      <p:sp>
        <p:nvSpPr>
          <p:cNvPr id="45" name="Content Placeholder 39">
            <a:extLst>
              <a:ext uri="{FF2B5EF4-FFF2-40B4-BE49-F238E27FC236}">
                <a16:creationId xmlns:a16="http://schemas.microsoft.com/office/drawing/2014/main" id="{108734A0-880E-44E2-858F-7AA6C6B0A5A3}"/>
              </a:ext>
            </a:extLst>
          </p:cNvPr>
          <p:cNvSpPr>
            <a:spLocks noGrp="1"/>
          </p:cNvSpPr>
          <p:nvPr>
            <p:ph sz="quarter" idx="17"/>
          </p:nvPr>
        </p:nvSpPr>
        <p:spPr>
          <a:xfrm>
            <a:off x="7493865" y="3420892"/>
            <a:ext cx="4208386" cy="912812"/>
          </a:xfrm>
          <a:prstGeom prst="rect">
            <a:avLst/>
          </a:prstGeom>
        </p:spPr>
        <p:txBody>
          <a:bodyPr/>
          <a:lstStyle>
            <a:lvl1pPr>
              <a:buNone/>
              <a:defRPr kumimoji="0" lang="en-US" sz="1800" b="1" i="0" u="none" strike="noStrike" kern="1200" cap="none" spc="0" normalizeH="0" baseline="0" dirty="0" smtClean="0">
                <a:ln>
                  <a:noFill/>
                </a:ln>
                <a:solidFill>
                  <a:schemeClr val="accent4"/>
                </a:solidFill>
                <a:effectLst/>
                <a:uLnTx/>
                <a:uFillTx/>
                <a:latin typeface="+mj-lt"/>
                <a:ea typeface="+mn-ea"/>
                <a:cs typeface="Biome Light" panose="020B0303030204020804" pitchFamily="34" charset="0"/>
              </a:defRPr>
            </a:lvl1pPr>
            <a:lvl2pPr marL="0" indent="0">
              <a:buNone/>
              <a:defRPr kumimoji="0" lang="en-US" sz="1600" b="0" i="0" u="none" strike="noStrike" kern="1200" cap="none" spc="0" normalizeH="0" baseline="0" dirty="0" smtClean="0">
                <a:ln>
                  <a:noFill/>
                </a:ln>
                <a:solidFill>
                  <a:schemeClr val="tx1"/>
                </a:solidFill>
                <a:effectLst/>
                <a:uLnTx/>
                <a:uFillTx/>
                <a:latin typeface="+mn-lt"/>
                <a:ea typeface="+mn-ea"/>
                <a:cs typeface="Biome Light" panose="020B0303030204020804" pitchFamily="34" charset="0"/>
              </a:defRPr>
            </a:lvl2pPr>
          </a:lstStyle>
          <a:p>
            <a:pPr lvl="0"/>
            <a:r>
              <a:rPr lang="en-US"/>
              <a:t>Click to edit Master text styles</a:t>
            </a:r>
          </a:p>
          <a:p>
            <a:pPr lvl="1"/>
            <a:r>
              <a:rPr lang="en-US"/>
              <a:t>Second level</a:t>
            </a:r>
          </a:p>
        </p:txBody>
      </p:sp>
      <p:sp>
        <p:nvSpPr>
          <p:cNvPr id="10" name="Title 1">
            <a:extLst>
              <a:ext uri="{FF2B5EF4-FFF2-40B4-BE49-F238E27FC236}">
                <a16:creationId xmlns:a16="http://schemas.microsoft.com/office/drawing/2014/main" id="{63CED4CD-5348-488E-A883-0486DD5749A7}"/>
              </a:ext>
            </a:extLst>
          </p:cNvPr>
          <p:cNvSpPr>
            <a:spLocks noGrp="1"/>
          </p:cNvSpPr>
          <p:nvPr>
            <p:ph type="title"/>
          </p:nvPr>
        </p:nvSpPr>
        <p:spPr>
          <a:xfrm>
            <a:off x="660400" y="805213"/>
            <a:ext cx="10693400"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827062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Tree>
    <p:extLst>
      <p:ext uri="{BB962C8B-B14F-4D97-AF65-F5344CB8AC3E}">
        <p14:creationId xmlns:p14="http://schemas.microsoft.com/office/powerpoint/2010/main" val="128006139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Two Column">
    <p:spTree>
      <p:nvGrpSpPr>
        <p:cNvPr id="1" name=""/>
        <p:cNvGrpSpPr/>
        <p:nvPr/>
      </p:nvGrpSpPr>
      <p:grpSpPr>
        <a:xfrm>
          <a:off x="0" y="0"/>
          <a:ext cx="0" cy="0"/>
          <a:chOff x="0" y="0"/>
          <a:chExt cx="0" cy="0"/>
        </a:xfrm>
      </p:grpSpPr>
      <p:sp>
        <p:nvSpPr>
          <p:cNvPr id="28" name="Text Placeholder 27">
            <a:extLst>
              <a:ext uri="{FF2B5EF4-FFF2-40B4-BE49-F238E27FC236}">
                <a16:creationId xmlns:a16="http://schemas.microsoft.com/office/drawing/2014/main" id="{D1E0F77B-E8C6-4A86-B521-8368A308A9A2}"/>
              </a:ext>
            </a:extLst>
          </p:cNvPr>
          <p:cNvSpPr>
            <a:spLocks noGrp="1"/>
          </p:cNvSpPr>
          <p:nvPr>
            <p:ph type="body" sz="quarter" idx="14"/>
          </p:nvPr>
        </p:nvSpPr>
        <p:spPr>
          <a:xfrm>
            <a:off x="647700" y="2057818"/>
            <a:ext cx="5080000" cy="438150"/>
          </a:xfrm>
          <a:prstGeom prst="rect">
            <a:avLst/>
          </a:prstGeom>
        </p:spPr>
        <p:txBody>
          <a:bodyPr/>
          <a:lstStyle>
            <a:lvl1pPr>
              <a:buNone/>
              <a:defRPr lang="en-US" sz="2400" b="1" kern="1200" dirty="0" smtClean="0">
                <a:solidFill>
                  <a:schemeClr val="tx1"/>
                </a:solidFill>
                <a:latin typeface="+mj-lt"/>
                <a:ea typeface="+mn-ea"/>
                <a:cs typeface="Biome Light" panose="020B0303030204020804" pitchFamily="34" charset="0"/>
              </a:defRPr>
            </a:lvl1pPr>
            <a:lvl2pPr>
              <a:buNone/>
              <a:defRPr/>
            </a:lvl2pPr>
          </a:lstStyle>
          <a:p>
            <a:pPr lvl="0"/>
            <a:r>
              <a:rPr lang="en-US"/>
              <a:t>Click to edit Master text styles</a:t>
            </a:r>
          </a:p>
        </p:txBody>
      </p:sp>
      <p:sp>
        <p:nvSpPr>
          <p:cNvPr id="14" name="Oval 13">
            <a:extLst>
              <a:ext uri="{FF2B5EF4-FFF2-40B4-BE49-F238E27FC236}">
                <a16:creationId xmlns:a16="http://schemas.microsoft.com/office/drawing/2014/main" id="{CAACFBE9-8475-4CC0-8189-87BFC4059A86}"/>
              </a:ext>
            </a:extLst>
          </p:cNvPr>
          <p:cNvSpPr/>
          <p:nvPr userDrawn="1"/>
        </p:nvSpPr>
        <p:spPr>
          <a:xfrm>
            <a:off x="10385897" y="1443145"/>
            <a:ext cx="471170" cy="47117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0" name="Oval 19">
            <a:extLst>
              <a:ext uri="{FF2B5EF4-FFF2-40B4-BE49-F238E27FC236}">
                <a16:creationId xmlns:a16="http://schemas.microsoft.com/office/drawing/2014/main" id="{5F8C6FC8-D350-4A01-A7E0-5AEDAC96F358}"/>
              </a:ext>
            </a:extLst>
          </p:cNvPr>
          <p:cNvSpPr/>
          <p:nvPr userDrawn="1"/>
        </p:nvSpPr>
        <p:spPr>
          <a:xfrm>
            <a:off x="8910011" y="328773"/>
            <a:ext cx="317813" cy="31781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4" name="Oval 23">
            <a:extLst>
              <a:ext uri="{FF2B5EF4-FFF2-40B4-BE49-F238E27FC236}">
                <a16:creationId xmlns:a16="http://schemas.microsoft.com/office/drawing/2014/main" id="{88F1038A-897D-4C38-B499-73FC76C716FA}"/>
              </a:ext>
            </a:extLst>
          </p:cNvPr>
          <p:cNvSpPr/>
          <p:nvPr userDrawn="1"/>
        </p:nvSpPr>
        <p:spPr>
          <a:xfrm flipH="1">
            <a:off x="8634932" y="623939"/>
            <a:ext cx="170406" cy="170406"/>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6" name="Text Placeholder 25">
            <a:extLst>
              <a:ext uri="{FF2B5EF4-FFF2-40B4-BE49-F238E27FC236}">
                <a16:creationId xmlns:a16="http://schemas.microsoft.com/office/drawing/2014/main" id="{4A6E2374-7B5B-4947-8461-F294B56E70DE}"/>
              </a:ext>
            </a:extLst>
          </p:cNvPr>
          <p:cNvSpPr>
            <a:spLocks noGrp="1"/>
          </p:cNvSpPr>
          <p:nvPr>
            <p:ph type="body" sz="quarter" idx="13"/>
          </p:nvPr>
        </p:nvSpPr>
        <p:spPr>
          <a:xfrm>
            <a:off x="660400" y="2673522"/>
            <a:ext cx="5067300" cy="2935288"/>
          </a:xfrm>
          <a:prstGeom prst="rect">
            <a:avLst/>
          </a:prstGeom>
        </p:spPr>
        <p:txBody>
          <a:bodyPr/>
          <a:lstStyle>
            <a:lvl1pPr>
              <a:buClr>
                <a:schemeClr val="accent4"/>
              </a:buClr>
              <a:buFont typeface="Wingdings" panose="05000000000000000000" pitchFamily="2" charset="2"/>
              <a:buChar char="§"/>
              <a:defRPr lang="en-US" sz="2000" kern="1200" dirty="0" smtClean="0">
                <a:solidFill>
                  <a:schemeClr val="tx1"/>
                </a:solidFill>
                <a:latin typeface="+mn-lt"/>
                <a:ea typeface="+mn-ea"/>
                <a:cs typeface="Biome Light" panose="020B0303030204020804" pitchFamily="34" charset="0"/>
              </a:defRPr>
            </a:lvl1pPr>
          </a:lstStyle>
          <a:p>
            <a:pPr lvl="0"/>
            <a:r>
              <a:rPr lang="en-US"/>
              <a:t>Click to edit Master text styles</a:t>
            </a:r>
          </a:p>
        </p:txBody>
      </p:sp>
      <p:sp>
        <p:nvSpPr>
          <p:cNvPr id="29" name="Text Placeholder 27">
            <a:extLst>
              <a:ext uri="{FF2B5EF4-FFF2-40B4-BE49-F238E27FC236}">
                <a16:creationId xmlns:a16="http://schemas.microsoft.com/office/drawing/2014/main" id="{FB9159BE-CEED-461B-AF31-03BC124E2741}"/>
              </a:ext>
            </a:extLst>
          </p:cNvPr>
          <p:cNvSpPr>
            <a:spLocks noGrp="1"/>
          </p:cNvSpPr>
          <p:nvPr>
            <p:ph type="body" sz="quarter" idx="15"/>
          </p:nvPr>
        </p:nvSpPr>
        <p:spPr>
          <a:xfrm>
            <a:off x="6451600" y="2061363"/>
            <a:ext cx="5080000" cy="438150"/>
          </a:xfrm>
          <a:prstGeom prst="rect">
            <a:avLst/>
          </a:prstGeom>
        </p:spPr>
        <p:txBody>
          <a:bodyPr/>
          <a:lstStyle>
            <a:lvl1pPr>
              <a:buNone/>
              <a:defRPr lang="en-US" sz="2400" b="1" kern="1200" dirty="0" smtClean="0">
                <a:solidFill>
                  <a:schemeClr val="tx1"/>
                </a:solidFill>
                <a:latin typeface="+mj-lt"/>
                <a:ea typeface="+mn-ea"/>
                <a:cs typeface="Biome Light" panose="020B0303030204020804" pitchFamily="34" charset="0"/>
              </a:defRPr>
            </a:lvl1pPr>
            <a:lvl2pPr>
              <a:buNone/>
              <a:defRPr/>
            </a:lvl2pPr>
          </a:lstStyle>
          <a:p>
            <a:pPr lvl="0"/>
            <a:r>
              <a:rPr lang="en-US"/>
              <a:t>Click to edit Master text styles</a:t>
            </a:r>
          </a:p>
        </p:txBody>
      </p:sp>
      <p:sp>
        <p:nvSpPr>
          <p:cNvPr id="30" name="Text Placeholder 25">
            <a:extLst>
              <a:ext uri="{FF2B5EF4-FFF2-40B4-BE49-F238E27FC236}">
                <a16:creationId xmlns:a16="http://schemas.microsoft.com/office/drawing/2014/main" id="{2C15BD20-69D8-4EC1-8A33-A0C6EAFD30AA}"/>
              </a:ext>
            </a:extLst>
          </p:cNvPr>
          <p:cNvSpPr>
            <a:spLocks noGrp="1"/>
          </p:cNvSpPr>
          <p:nvPr>
            <p:ph type="body" sz="quarter" idx="16"/>
          </p:nvPr>
        </p:nvSpPr>
        <p:spPr>
          <a:xfrm>
            <a:off x="6464300" y="2677067"/>
            <a:ext cx="5067300" cy="2935288"/>
          </a:xfrm>
          <a:prstGeom prst="rect">
            <a:avLst/>
          </a:prstGeom>
        </p:spPr>
        <p:txBody>
          <a:bodyPr/>
          <a:lstStyle>
            <a:lvl1pPr>
              <a:buClr>
                <a:schemeClr val="accent4"/>
              </a:buClr>
              <a:buFont typeface="Wingdings" panose="05000000000000000000" pitchFamily="2" charset="2"/>
              <a:buChar char="§"/>
              <a:defRPr lang="en-US" sz="2000" kern="1200" dirty="0" smtClean="0">
                <a:solidFill>
                  <a:schemeClr val="tx1"/>
                </a:solidFill>
                <a:latin typeface="+mn-lt"/>
                <a:ea typeface="+mn-ea"/>
                <a:cs typeface="Biome Light" panose="020B0303030204020804" pitchFamily="34" charset="0"/>
              </a:defRPr>
            </a:lvl1pPr>
          </a:lstStyle>
          <a:p>
            <a:pPr lvl="0"/>
            <a:r>
              <a:rPr lang="en-US"/>
              <a:t>Click to edit Master text styles</a:t>
            </a:r>
          </a:p>
        </p:txBody>
      </p:sp>
      <p:sp>
        <p:nvSpPr>
          <p:cNvPr id="13" name="Picture Placeholder 12">
            <a:extLst>
              <a:ext uri="{FF2B5EF4-FFF2-40B4-BE49-F238E27FC236}">
                <a16:creationId xmlns:a16="http://schemas.microsoft.com/office/drawing/2014/main" id="{357B52D4-8D50-4E16-B60E-688B084764F2}"/>
              </a:ext>
            </a:extLst>
          </p:cNvPr>
          <p:cNvSpPr>
            <a:spLocks noGrp="1"/>
          </p:cNvSpPr>
          <p:nvPr>
            <p:ph type="pic" sz="quarter" idx="17"/>
          </p:nvPr>
        </p:nvSpPr>
        <p:spPr>
          <a:xfrm>
            <a:off x="9261647" y="0"/>
            <a:ext cx="2930353" cy="1559882"/>
          </a:xfrm>
          <a:custGeom>
            <a:avLst/>
            <a:gdLst>
              <a:gd name="connsiteX0" fmla="*/ 562125 w 2930353"/>
              <a:gd name="connsiteY0" fmla="*/ 435632 h 1559882"/>
              <a:gd name="connsiteX1" fmla="*/ 1124250 w 2930353"/>
              <a:gd name="connsiteY1" fmla="*/ 997757 h 1559882"/>
              <a:gd name="connsiteX2" fmla="*/ 562125 w 2930353"/>
              <a:gd name="connsiteY2" fmla="*/ 1559882 h 1559882"/>
              <a:gd name="connsiteX3" fmla="*/ 0 w 2930353"/>
              <a:gd name="connsiteY3" fmla="*/ 997757 h 1559882"/>
              <a:gd name="connsiteX4" fmla="*/ 562125 w 2930353"/>
              <a:gd name="connsiteY4" fmla="*/ 435632 h 1559882"/>
              <a:gd name="connsiteX5" fmla="*/ 1475035 w 2930353"/>
              <a:gd name="connsiteY5" fmla="*/ 0 h 1559882"/>
              <a:gd name="connsiteX6" fmla="*/ 2930353 w 2930353"/>
              <a:gd name="connsiteY6" fmla="*/ 0 h 1559882"/>
              <a:gd name="connsiteX7" fmla="*/ 2930353 w 2930353"/>
              <a:gd name="connsiteY7" fmla="*/ 1239091 h 1559882"/>
              <a:gd name="connsiteX8" fmla="*/ 2822571 w 2930353"/>
              <a:gd name="connsiteY8" fmla="*/ 1328020 h 1559882"/>
              <a:gd name="connsiteX9" fmla="*/ 2282653 w 2930353"/>
              <a:gd name="connsiteY9" fmla="*/ 1492942 h 1559882"/>
              <a:gd name="connsiteX10" fmla="*/ 1316979 w 2930353"/>
              <a:gd name="connsiteY10" fmla="*/ 527268 h 1559882"/>
              <a:gd name="connsiteX11" fmla="*/ 1392867 w 2930353"/>
              <a:gd name="connsiteY11" fmla="*/ 151384 h 15598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930353" h="1559882">
                <a:moveTo>
                  <a:pt x="562125" y="435632"/>
                </a:moveTo>
                <a:cubicBezTo>
                  <a:pt x="872578" y="435632"/>
                  <a:pt x="1124250" y="687304"/>
                  <a:pt x="1124250" y="997757"/>
                </a:cubicBezTo>
                <a:cubicBezTo>
                  <a:pt x="1124250" y="1308210"/>
                  <a:pt x="872578" y="1559882"/>
                  <a:pt x="562125" y="1559882"/>
                </a:cubicBezTo>
                <a:cubicBezTo>
                  <a:pt x="251672" y="1559882"/>
                  <a:pt x="0" y="1308210"/>
                  <a:pt x="0" y="997757"/>
                </a:cubicBezTo>
                <a:cubicBezTo>
                  <a:pt x="0" y="687304"/>
                  <a:pt x="251672" y="435632"/>
                  <a:pt x="562125" y="435632"/>
                </a:cubicBezTo>
                <a:close/>
                <a:moveTo>
                  <a:pt x="1475035" y="0"/>
                </a:moveTo>
                <a:lnTo>
                  <a:pt x="2930353" y="0"/>
                </a:lnTo>
                <a:lnTo>
                  <a:pt x="2930353" y="1239091"/>
                </a:lnTo>
                <a:lnTo>
                  <a:pt x="2822571" y="1328020"/>
                </a:lnTo>
                <a:cubicBezTo>
                  <a:pt x="2668448" y="1432143"/>
                  <a:pt x="2482651" y="1492942"/>
                  <a:pt x="2282653" y="1492942"/>
                </a:cubicBezTo>
                <a:cubicBezTo>
                  <a:pt x="1749326" y="1492942"/>
                  <a:pt x="1316979" y="1060595"/>
                  <a:pt x="1316979" y="527268"/>
                </a:cubicBezTo>
                <a:cubicBezTo>
                  <a:pt x="1316979" y="393936"/>
                  <a:pt x="1344001" y="266916"/>
                  <a:pt x="1392867" y="151384"/>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11" name="Title 1">
            <a:extLst>
              <a:ext uri="{FF2B5EF4-FFF2-40B4-BE49-F238E27FC236}">
                <a16:creationId xmlns:a16="http://schemas.microsoft.com/office/drawing/2014/main" id="{92F03355-C197-48C4-A4DF-B41338483356}"/>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565901999"/>
      </p:ext>
    </p:extLst>
  </p:cSld>
  <p:clrMapOvr>
    <a:masterClrMapping/>
  </p:clrMapOvr>
  <p:extLst>
    <p:ext uri="{DCECCB84-F9BA-43D5-87BE-67443E8EF086}">
      <p15:sldGuideLst xmlns:p15="http://schemas.microsoft.com/office/powerpoint/2012/main">
        <p15:guide id="1" orient="horz" pos="1272" userDrawn="1">
          <p15:clr>
            <a:srgbClr val="FBAE40"/>
          </p15:clr>
        </p15:guide>
        <p15:guide id="2" pos="384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Three Column">
    <p:spTree>
      <p:nvGrpSpPr>
        <p:cNvPr id="1" name=""/>
        <p:cNvGrpSpPr/>
        <p:nvPr/>
      </p:nvGrpSpPr>
      <p:grpSpPr>
        <a:xfrm>
          <a:off x="0" y="0"/>
          <a:ext cx="0" cy="0"/>
          <a:chOff x="0" y="0"/>
          <a:chExt cx="0" cy="0"/>
        </a:xfrm>
      </p:grpSpPr>
      <p:sp>
        <p:nvSpPr>
          <p:cNvPr id="28" name="Text Placeholder 27">
            <a:extLst>
              <a:ext uri="{FF2B5EF4-FFF2-40B4-BE49-F238E27FC236}">
                <a16:creationId xmlns:a16="http://schemas.microsoft.com/office/drawing/2014/main" id="{D1E0F77B-E8C6-4A86-B521-8368A308A9A2}"/>
              </a:ext>
            </a:extLst>
          </p:cNvPr>
          <p:cNvSpPr>
            <a:spLocks noGrp="1"/>
          </p:cNvSpPr>
          <p:nvPr>
            <p:ph type="body" sz="quarter" idx="14"/>
          </p:nvPr>
        </p:nvSpPr>
        <p:spPr>
          <a:xfrm>
            <a:off x="660400" y="2037656"/>
            <a:ext cx="3474720" cy="438150"/>
          </a:xfrm>
          <a:prstGeom prst="rect">
            <a:avLst/>
          </a:prstGeom>
        </p:spPr>
        <p:txBody>
          <a:bodyPr/>
          <a:lstStyle>
            <a:lvl1pPr>
              <a:buNone/>
              <a:defRPr lang="en-US" sz="2400" b="1" kern="1200" dirty="0" smtClean="0">
                <a:solidFill>
                  <a:schemeClr val="tx1"/>
                </a:solidFill>
                <a:latin typeface="+mj-lt"/>
                <a:ea typeface="+mn-ea"/>
                <a:cs typeface="Biome Light" panose="020B0303030204020804" pitchFamily="34" charset="0"/>
              </a:defRPr>
            </a:lvl1pPr>
            <a:lvl2pPr>
              <a:buNone/>
              <a:defRPr/>
            </a:lvl2pPr>
          </a:lstStyle>
          <a:p>
            <a:pPr lvl="0"/>
            <a:r>
              <a:rPr lang="en-US"/>
              <a:t>Click to edit Master text styles</a:t>
            </a:r>
          </a:p>
        </p:txBody>
      </p:sp>
      <p:sp>
        <p:nvSpPr>
          <p:cNvPr id="26" name="Text Placeholder 25">
            <a:extLst>
              <a:ext uri="{FF2B5EF4-FFF2-40B4-BE49-F238E27FC236}">
                <a16:creationId xmlns:a16="http://schemas.microsoft.com/office/drawing/2014/main" id="{4A6E2374-7B5B-4947-8461-F294B56E70DE}"/>
              </a:ext>
            </a:extLst>
          </p:cNvPr>
          <p:cNvSpPr>
            <a:spLocks noGrp="1"/>
          </p:cNvSpPr>
          <p:nvPr>
            <p:ph type="body" sz="quarter" idx="13"/>
          </p:nvPr>
        </p:nvSpPr>
        <p:spPr>
          <a:xfrm>
            <a:off x="660400" y="2664637"/>
            <a:ext cx="3474720" cy="2935288"/>
          </a:xfrm>
          <a:prstGeom prst="rect">
            <a:avLst/>
          </a:prstGeom>
        </p:spPr>
        <p:txBody>
          <a:bodyPr/>
          <a:lstStyle>
            <a:lvl1pPr>
              <a:buClr>
                <a:schemeClr val="accent4"/>
              </a:buClr>
              <a:buFont typeface="Wingdings" panose="05000000000000000000" pitchFamily="2" charset="2"/>
              <a:buChar char="§"/>
              <a:defRPr lang="en-US" sz="2000" kern="1200" dirty="0" smtClean="0">
                <a:solidFill>
                  <a:schemeClr val="tx1"/>
                </a:solidFill>
                <a:latin typeface="+mn-lt"/>
                <a:ea typeface="+mn-ea"/>
                <a:cs typeface="Biome Light" panose="020B0303030204020804" pitchFamily="34" charset="0"/>
              </a:defRPr>
            </a:lvl1pPr>
          </a:lstStyle>
          <a:p>
            <a:pPr lvl="0"/>
            <a:r>
              <a:rPr lang="en-US"/>
              <a:t>Click to edit Master text styles</a:t>
            </a:r>
          </a:p>
        </p:txBody>
      </p:sp>
      <p:sp>
        <p:nvSpPr>
          <p:cNvPr id="29" name="Text Placeholder 27">
            <a:extLst>
              <a:ext uri="{FF2B5EF4-FFF2-40B4-BE49-F238E27FC236}">
                <a16:creationId xmlns:a16="http://schemas.microsoft.com/office/drawing/2014/main" id="{FB9159BE-CEED-461B-AF31-03BC124E2741}"/>
              </a:ext>
            </a:extLst>
          </p:cNvPr>
          <p:cNvSpPr>
            <a:spLocks noGrp="1"/>
          </p:cNvSpPr>
          <p:nvPr>
            <p:ph type="body" sz="quarter" idx="15"/>
          </p:nvPr>
        </p:nvSpPr>
        <p:spPr>
          <a:xfrm>
            <a:off x="8044180" y="2052478"/>
            <a:ext cx="3474720" cy="438150"/>
          </a:xfrm>
          <a:prstGeom prst="rect">
            <a:avLst/>
          </a:prstGeom>
        </p:spPr>
        <p:txBody>
          <a:bodyPr/>
          <a:lstStyle>
            <a:lvl1pPr>
              <a:buNone/>
              <a:defRPr lang="en-US" sz="2400" b="1" kern="1200" dirty="0" smtClean="0">
                <a:solidFill>
                  <a:schemeClr val="tx1"/>
                </a:solidFill>
                <a:latin typeface="+mj-lt"/>
                <a:ea typeface="+mn-ea"/>
                <a:cs typeface="Biome Light" panose="020B0303030204020804" pitchFamily="34" charset="0"/>
              </a:defRPr>
            </a:lvl1pPr>
            <a:lvl2pPr>
              <a:buNone/>
              <a:defRPr/>
            </a:lvl2pPr>
          </a:lstStyle>
          <a:p>
            <a:pPr lvl="0"/>
            <a:r>
              <a:rPr lang="en-US"/>
              <a:t>Click to edit Master text styles</a:t>
            </a:r>
          </a:p>
        </p:txBody>
      </p:sp>
      <p:sp>
        <p:nvSpPr>
          <p:cNvPr id="30" name="Text Placeholder 25">
            <a:extLst>
              <a:ext uri="{FF2B5EF4-FFF2-40B4-BE49-F238E27FC236}">
                <a16:creationId xmlns:a16="http://schemas.microsoft.com/office/drawing/2014/main" id="{2C15BD20-69D8-4EC1-8A33-A0C6EAFD30AA}"/>
              </a:ext>
            </a:extLst>
          </p:cNvPr>
          <p:cNvSpPr>
            <a:spLocks noGrp="1"/>
          </p:cNvSpPr>
          <p:nvPr>
            <p:ph type="body" sz="quarter" idx="16"/>
          </p:nvPr>
        </p:nvSpPr>
        <p:spPr>
          <a:xfrm>
            <a:off x="8056880" y="2668182"/>
            <a:ext cx="3474720" cy="2935288"/>
          </a:xfrm>
          <a:prstGeom prst="rect">
            <a:avLst/>
          </a:prstGeom>
        </p:spPr>
        <p:txBody>
          <a:bodyPr/>
          <a:lstStyle>
            <a:lvl1pPr>
              <a:buClr>
                <a:schemeClr val="accent4"/>
              </a:buClr>
              <a:buFont typeface="Wingdings" panose="05000000000000000000" pitchFamily="2" charset="2"/>
              <a:buChar char="§"/>
              <a:defRPr lang="en-US" sz="2000" kern="1200" dirty="0" smtClean="0">
                <a:solidFill>
                  <a:schemeClr val="tx1"/>
                </a:solidFill>
                <a:latin typeface="+mn-lt"/>
                <a:ea typeface="+mn-ea"/>
                <a:cs typeface="Biome Light" panose="020B0303030204020804" pitchFamily="34" charset="0"/>
              </a:defRPr>
            </a:lvl1pPr>
          </a:lstStyle>
          <a:p>
            <a:pPr lvl="0"/>
            <a:r>
              <a:rPr lang="en-US"/>
              <a:t>Click to edit Master text styles</a:t>
            </a:r>
          </a:p>
        </p:txBody>
      </p:sp>
      <p:sp>
        <p:nvSpPr>
          <p:cNvPr id="11" name="Text Placeholder 27">
            <a:extLst>
              <a:ext uri="{FF2B5EF4-FFF2-40B4-BE49-F238E27FC236}">
                <a16:creationId xmlns:a16="http://schemas.microsoft.com/office/drawing/2014/main" id="{4FDB27CA-009D-4863-B119-0EC36837148A}"/>
              </a:ext>
            </a:extLst>
          </p:cNvPr>
          <p:cNvSpPr>
            <a:spLocks noGrp="1"/>
          </p:cNvSpPr>
          <p:nvPr>
            <p:ph type="body" sz="quarter" idx="17"/>
          </p:nvPr>
        </p:nvSpPr>
        <p:spPr>
          <a:xfrm>
            <a:off x="4352290" y="2048933"/>
            <a:ext cx="3474720" cy="438150"/>
          </a:xfrm>
          <a:prstGeom prst="rect">
            <a:avLst/>
          </a:prstGeom>
        </p:spPr>
        <p:txBody>
          <a:bodyPr/>
          <a:lstStyle>
            <a:lvl1pPr>
              <a:buNone/>
              <a:defRPr lang="en-US" sz="2400" b="1" kern="1200" dirty="0" smtClean="0">
                <a:solidFill>
                  <a:schemeClr val="tx1"/>
                </a:solidFill>
                <a:latin typeface="+mj-lt"/>
                <a:ea typeface="+mn-ea"/>
                <a:cs typeface="Biome Light" panose="020B0303030204020804" pitchFamily="34" charset="0"/>
              </a:defRPr>
            </a:lvl1pPr>
            <a:lvl2pPr>
              <a:buNone/>
              <a:defRPr/>
            </a:lvl2pPr>
          </a:lstStyle>
          <a:p>
            <a:pPr lvl="0"/>
            <a:r>
              <a:rPr lang="en-US"/>
              <a:t>Click to edit Master text styles</a:t>
            </a:r>
          </a:p>
        </p:txBody>
      </p:sp>
      <p:sp>
        <p:nvSpPr>
          <p:cNvPr id="12" name="Text Placeholder 25">
            <a:extLst>
              <a:ext uri="{FF2B5EF4-FFF2-40B4-BE49-F238E27FC236}">
                <a16:creationId xmlns:a16="http://schemas.microsoft.com/office/drawing/2014/main" id="{FD03E3EF-D812-4B98-959B-6800BBE59D1C}"/>
              </a:ext>
            </a:extLst>
          </p:cNvPr>
          <p:cNvSpPr>
            <a:spLocks noGrp="1"/>
          </p:cNvSpPr>
          <p:nvPr>
            <p:ph type="body" sz="quarter" idx="18"/>
          </p:nvPr>
        </p:nvSpPr>
        <p:spPr>
          <a:xfrm>
            <a:off x="4364990" y="2664637"/>
            <a:ext cx="3474720" cy="2935288"/>
          </a:xfrm>
          <a:prstGeom prst="rect">
            <a:avLst/>
          </a:prstGeom>
        </p:spPr>
        <p:txBody>
          <a:bodyPr/>
          <a:lstStyle>
            <a:lvl1pPr>
              <a:buClr>
                <a:schemeClr val="accent4"/>
              </a:buClr>
              <a:buFont typeface="Wingdings" panose="05000000000000000000" pitchFamily="2" charset="2"/>
              <a:buChar char="§"/>
              <a:defRPr lang="en-US" sz="2000" kern="1200" dirty="0" smtClean="0">
                <a:solidFill>
                  <a:schemeClr val="tx1"/>
                </a:solidFill>
                <a:latin typeface="+mn-lt"/>
                <a:ea typeface="+mn-ea"/>
                <a:cs typeface="Biome Light" panose="020B0303030204020804" pitchFamily="34" charset="0"/>
              </a:defRPr>
            </a:lvl1pPr>
          </a:lstStyle>
          <a:p>
            <a:pPr lvl="0"/>
            <a:r>
              <a:rPr lang="en-US"/>
              <a:t>Click to edit Master text styles</a:t>
            </a:r>
          </a:p>
        </p:txBody>
      </p:sp>
      <p:sp>
        <p:nvSpPr>
          <p:cNvPr id="3" name="Hexagon 2">
            <a:extLst>
              <a:ext uri="{FF2B5EF4-FFF2-40B4-BE49-F238E27FC236}">
                <a16:creationId xmlns:a16="http://schemas.microsoft.com/office/drawing/2014/main" id="{303FFB35-43AC-4A56-92D0-91038C098B3C}"/>
              </a:ext>
            </a:extLst>
          </p:cNvPr>
          <p:cNvSpPr/>
          <p:nvPr userDrawn="1"/>
        </p:nvSpPr>
        <p:spPr>
          <a:xfrm>
            <a:off x="10700126" y="788523"/>
            <a:ext cx="1155906" cy="99647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Hexagon 3">
            <a:extLst>
              <a:ext uri="{FF2B5EF4-FFF2-40B4-BE49-F238E27FC236}">
                <a16:creationId xmlns:a16="http://schemas.microsoft.com/office/drawing/2014/main" id="{AAF31DA0-707D-4A5D-BB7A-A5C90DB11A55}"/>
              </a:ext>
            </a:extLst>
          </p:cNvPr>
          <p:cNvSpPr/>
          <p:nvPr userDrawn="1"/>
        </p:nvSpPr>
        <p:spPr>
          <a:xfrm>
            <a:off x="11388427" y="1859136"/>
            <a:ext cx="315205" cy="271728"/>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1"/>
              </a:solidFill>
            </a:endParaRPr>
          </a:p>
        </p:txBody>
      </p:sp>
      <p:sp>
        <p:nvSpPr>
          <p:cNvPr id="5" name="Hexagon 4">
            <a:extLst>
              <a:ext uri="{FF2B5EF4-FFF2-40B4-BE49-F238E27FC236}">
                <a16:creationId xmlns:a16="http://schemas.microsoft.com/office/drawing/2014/main" id="{539F452B-F55F-4D85-834B-A7EAF742647C}"/>
              </a:ext>
            </a:extLst>
          </p:cNvPr>
          <p:cNvSpPr/>
          <p:nvPr userDrawn="1"/>
        </p:nvSpPr>
        <p:spPr>
          <a:xfrm>
            <a:off x="9014155" y="740289"/>
            <a:ext cx="379060" cy="326776"/>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1"/>
              </a:solidFill>
            </a:endParaRPr>
          </a:p>
        </p:txBody>
      </p:sp>
      <p:sp>
        <p:nvSpPr>
          <p:cNvPr id="13" name="Title 1">
            <a:extLst>
              <a:ext uri="{FF2B5EF4-FFF2-40B4-BE49-F238E27FC236}">
                <a16:creationId xmlns:a16="http://schemas.microsoft.com/office/drawing/2014/main" id="{91D9F6BE-FB0B-42EE-8F02-95F5CC039B06}"/>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
        <p:nvSpPr>
          <p:cNvPr id="16" name="Picture Placeholder 15">
            <a:extLst>
              <a:ext uri="{FF2B5EF4-FFF2-40B4-BE49-F238E27FC236}">
                <a16:creationId xmlns:a16="http://schemas.microsoft.com/office/drawing/2014/main" id="{C67FFA0E-8AAA-4DEB-B97E-31969F57927D}"/>
              </a:ext>
            </a:extLst>
          </p:cNvPr>
          <p:cNvSpPr>
            <a:spLocks noGrp="1"/>
          </p:cNvSpPr>
          <p:nvPr>
            <p:ph type="pic" sz="quarter" idx="20"/>
          </p:nvPr>
        </p:nvSpPr>
        <p:spPr>
          <a:xfrm>
            <a:off x="9393238" y="2"/>
            <a:ext cx="2798762" cy="1354861"/>
          </a:xfrm>
          <a:custGeom>
            <a:avLst/>
            <a:gdLst>
              <a:gd name="connsiteX0" fmla="*/ 316595 w 2798762"/>
              <a:gd name="connsiteY0" fmla="*/ 88390 h 1354861"/>
              <a:gd name="connsiteX1" fmla="*/ 1152465 w 2798762"/>
              <a:gd name="connsiteY1" fmla="*/ 88390 h 1354861"/>
              <a:gd name="connsiteX2" fmla="*/ 1469083 w 2798762"/>
              <a:gd name="connsiteY2" fmla="*/ 721626 h 1354861"/>
              <a:gd name="connsiteX3" fmla="*/ 1152465 w 2798762"/>
              <a:gd name="connsiteY3" fmla="*/ 1354861 h 1354861"/>
              <a:gd name="connsiteX4" fmla="*/ 316595 w 2798762"/>
              <a:gd name="connsiteY4" fmla="*/ 1354861 h 1354861"/>
              <a:gd name="connsiteX5" fmla="*/ 0 w 2798762"/>
              <a:gd name="connsiteY5" fmla="*/ 721672 h 1354861"/>
              <a:gd name="connsiteX6" fmla="*/ 0 w 2798762"/>
              <a:gd name="connsiteY6" fmla="*/ 721580 h 1354861"/>
              <a:gd name="connsiteX7" fmla="*/ 1250372 w 2798762"/>
              <a:gd name="connsiteY7" fmla="*/ 0 h 1354861"/>
              <a:gd name="connsiteX8" fmla="*/ 2798762 w 2798762"/>
              <a:gd name="connsiteY8" fmla="*/ 0 h 1354861"/>
              <a:gd name="connsiteX9" fmla="*/ 2798762 w 2798762"/>
              <a:gd name="connsiteY9" fmla="*/ 505978 h 1354861"/>
              <a:gd name="connsiteX10" fmla="*/ 2719777 w 2798762"/>
              <a:gd name="connsiteY10" fmla="*/ 663948 h 1354861"/>
              <a:gd name="connsiteX11" fmla="*/ 1582346 w 2798762"/>
              <a:gd name="connsiteY11" fmla="*/ 663948 h 13548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98762" h="1354861">
                <a:moveTo>
                  <a:pt x="316595" y="88390"/>
                </a:moveTo>
                <a:lnTo>
                  <a:pt x="1152465" y="88390"/>
                </a:lnTo>
                <a:lnTo>
                  <a:pt x="1469083" y="721626"/>
                </a:lnTo>
                <a:lnTo>
                  <a:pt x="1152465" y="1354861"/>
                </a:lnTo>
                <a:lnTo>
                  <a:pt x="316595" y="1354861"/>
                </a:lnTo>
                <a:lnTo>
                  <a:pt x="0" y="721672"/>
                </a:lnTo>
                <a:lnTo>
                  <a:pt x="0" y="721580"/>
                </a:lnTo>
                <a:close/>
                <a:moveTo>
                  <a:pt x="1250372" y="0"/>
                </a:moveTo>
                <a:lnTo>
                  <a:pt x="2798762" y="0"/>
                </a:lnTo>
                <a:lnTo>
                  <a:pt x="2798762" y="505978"/>
                </a:lnTo>
                <a:lnTo>
                  <a:pt x="2719777" y="663948"/>
                </a:lnTo>
                <a:lnTo>
                  <a:pt x="1582346" y="663948"/>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4096559002"/>
      </p:ext>
    </p:extLst>
  </p:cSld>
  <p:clrMapOvr>
    <a:masterClrMapping/>
  </p:clrMapOvr>
  <p:extLst>
    <p:ext uri="{DCECCB84-F9BA-43D5-87BE-67443E8EF086}">
      <p15:sldGuideLst xmlns:p15="http://schemas.microsoft.com/office/powerpoint/2012/main">
        <p15:guide id="1" orient="horz" pos="1272"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spTree>
      <p:nvGrpSpPr>
        <p:cNvPr id="1" name=""/>
        <p:cNvGrpSpPr/>
        <p:nvPr/>
      </p:nvGrpSpPr>
      <p:grpSpPr>
        <a:xfrm>
          <a:off x="0" y="0"/>
          <a:ext cx="0" cy="0"/>
          <a:chOff x="0" y="0"/>
          <a:chExt cx="0" cy="0"/>
        </a:xfrm>
      </p:grpSpPr>
      <p:sp>
        <p:nvSpPr>
          <p:cNvPr id="7" name="Oval 6">
            <a:extLst>
              <a:ext uri="{FF2B5EF4-FFF2-40B4-BE49-F238E27FC236}">
                <a16:creationId xmlns:a16="http://schemas.microsoft.com/office/drawing/2014/main" id="{5E74AFC3-1C60-42DE-ABAC-F53CA85AC6F1}"/>
              </a:ext>
            </a:extLst>
          </p:cNvPr>
          <p:cNvSpPr/>
          <p:nvPr userDrawn="1"/>
        </p:nvSpPr>
        <p:spPr>
          <a:xfrm>
            <a:off x="5897272" y="1457542"/>
            <a:ext cx="617218" cy="61721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Oval 8">
            <a:extLst>
              <a:ext uri="{FF2B5EF4-FFF2-40B4-BE49-F238E27FC236}">
                <a16:creationId xmlns:a16="http://schemas.microsoft.com/office/drawing/2014/main" id="{5F133261-FFEB-4B3D-B085-14AEAE741F82}"/>
              </a:ext>
            </a:extLst>
          </p:cNvPr>
          <p:cNvSpPr/>
          <p:nvPr userDrawn="1"/>
        </p:nvSpPr>
        <p:spPr>
          <a:xfrm>
            <a:off x="9810348" y="5955461"/>
            <a:ext cx="394539" cy="394539"/>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Oval 10">
            <a:extLst>
              <a:ext uri="{FF2B5EF4-FFF2-40B4-BE49-F238E27FC236}">
                <a16:creationId xmlns:a16="http://schemas.microsoft.com/office/drawing/2014/main" id="{653FE105-1D8E-48B0-AD9A-95AC9A165651}"/>
              </a:ext>
            </a:extLst>
          </p:cNvPr>
          <p:cNvSpPr/>
          <p:nvPr userDrawn="1"/>
        </p:nvSpPr>
        <p:spPr>
          <a:xfrm>
            <a:off x="6514490" y="946887"/>
            <a:ext cx="335852" cy="335852"/>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Text Placeholder 15">
            <a:extLst>
              <a:ext uri="{FF2B5EF4-FFF2-40B4-BE49-F238E27FC236}">
                <a16:creationId xmlns:a16="http://schemas.microsoft.com/office/drawing/2014/main" id="{AC4388F5-0DCA-4A09-A6E1-AE07F403093C}"/>
              </a:ext>
            </a:extLst>
          </p:cNvPr>
          <p:cNvSpPr>
            <a:spLocks noGrp="1"/>
          </p:cNvSpPr>
          <p:nvPr>
            <p:ph type="body" sz="quarter" idx="10"/>
          </p:nvPr>
        </p:nvSpPr>
        <p:spPr>
          <a:xfrm>
            <a:off x="647701" y="2042790"/>
            <a:ext cx="4143374" cy="2654301"/>
          </a:xfrm>
          <a:prstGeom prst="rect">
            <a:avLst/>
          </a:prstGeom>
        </p:spPr>
        <p:txBody>
          <a:bodyPr/>
          <a:lstStyle>
            <a:lvl1pPr marL="0" indent="0">
              <a:buNone/>
              <a:defRPr sz="2000"/>
            </a:lvl1pPr>
            <a:lvl2pPr>
              <a:buNone/>
              <a:defRPr/>
            </a:lvl2pPr>
            <a:lvl3pPr>
              <a:buNone/>
              <a:defRPr/>
            </a:lvl3pPr>
            <a:lvl4pPr>
              <a:buNone/>
              <a:defRPr/>
            </a:lvl4pPr>
            <a:lvl5pPr>
              <a:buNone/>
              <a:defRPr/>
            </a:lvl5pPr>
          </a:lstStyle>
          <a:p>
            <a:pPr lvl="0"/>
            <a:r>
              <a:rPr lang="en-US"/>
              <a:t>Click to edit Master text styles</a:t>
            </a:r>
          </a:p>
          <a:p>
            <a:pPr lvl="1"/>
            <a:r>
              <a:rPr lang="en-US"/>
              <a:t>Second level</a:t>
            </a:r>
          </a:p>
        </p:txBody>
      </p:sp>
      <p:sp>
        <p:nvSpPr>
          <p:cNvPr id="17" name="Text Placeholder 15">
            <a:extLst>
              <a:ext uri="{FF2B5EF4-FFF2-40B4-BE49-F238E27FC236}">
                <a16:creationId xmlns:a16="http://schemas.microsoft.com/office/drawing/2014/main" id="{02C12FDC-BC11-43E8-B22A-3EC48E0344D9}"/>
              </a:ext>
            </a:extLst>
          </p:cNvPr>
          <p:cNvSpPr>
            <a:spLocks noGrp="1"/>
          </p:cNvSpPr>
          <p:nvPr>
            <p:ph type="body" sz="quarter" idx="11"/>
          </p:nvPr>
        </p:nvSpPr>
        <p:spPr>
          <a:xfrm>
            <a:off x="647699" y="4953919"/>
            <a:ext cx="4143375" cy="759470"/>
          </a:xfrm>
          <a:prstGeom prst="rect">
            <a:avLst/>
          </a:prstGeom>
        </p:spPr>
        <p:txBody>
          <a:bodyPr/>
          <a:lstStyle>
            <a:lvl1pPr marL="0" indent="0">
              <a:buNone/>
              <a:defRPr sz="2000" b="1">
                <a:solidFill>
                  <a:schemeClr val="accent4"/>
                </a:solidFill>
              </a:defRPr>
            </a:lvl1pPr>
            <a:lvl2pPr>
              <a:buNone/>
              <a:defRPr sz="2000"/>
            </a:lvl2pPr>
            <a:lvl3pPr>
              <a:buNone/>
              <a:defRPr/>
            </a:lvl3pPr>
            <a:lvl4pPr>
              <a:buNone/>
              <a:defRPr/>
            </a:lvl4pPr>
            <a:lvl5pPr>
              <a:buNone/>
              <a:defRPr/>
            </a:lvl5pPr>
          </a:lstStyle>
          <a:p>
            <a:pPr lvl="0"/>
            <a:r>
              <a:rPr lang="en-US"/>
              <a:t>Click to edit Master text styles</a:t>
            </a:r>
          </a:p>
          <a:p>
            <a:pPr lvl="1"/>
            <a:r>
              <a:rPr lang="en-US"/>
              <a:t>Second level</a:t>
            </a:r>
          </a:p>
        </p:txBody>
      </p:sp>
      <p:sp>
        <p:nvSpPr>
          <p:cNvPr id="12" name="Picture Placeholder 11">
            <a:extLst>
              <a:ext uri="{FF2B5EF4-FFF2-40B4-BE49-F238E27FC236}">
                <a16:creationId xmlns:a16="http://schemas.microsoft.com/office/drawing/2014/main" id="{3D43F412-F2C7-4D38-BDD0-9663029081D5}"/>
              </a:ext>
            </a:extLst>
          </p:cNvPr>
          <p:cNvSpPr>
            <a:spLocks noGrp="1"/>
          </p:cNvSpPr>
          <p:nvPr>
            <p:ph type="pic" sz="quarter" idx="13"/>
          </p:nvPr>
        </p:nvSpPr>
        <p:spPr>
          <a:xfrm>
            <a:off x="5887402" y="533063"/>
            <a:ext cx="5542598" cy="5611666"/>
          </a:xfrm>
          <a:custGeom>
            <a:avLst/>
            <a:gdLst>
              <a:gd name="connsiteX0" fmla="*/ 3354105 w 5542598"/>
              <a:gd name="connsiteY0" fmla="*/ 4359376 h 5611666"/>
              <a:gd name="connsiteX1" fmla="*/ 3980250 w 5542598"/>
              <a:gd name="connsiteY1" fmla="*/ 4985521 h 5611666"/>
              <a:gd name="connsiteX2" fmla="*/ 3354105 w 5542598"/>
              <a:gd name="connsiteY2" fmla="*/ 5611666 h 5611666"/>
              <a:gd name="connsiteX3" fmla="*/ 2727960 w 5542598"/>
              <a:gd name="connsiteY3" fmla="*/ 4985521 h 5611666"/>
              <a:gd name="connsiteX4" fmla="*/ 3354105 w 5542598"/>
              <a:gd name="connsiteY4" fmla="*/ 4359376 h 5611666"/>
              <a:gd name="connsiteX5" fmla="*/ 1592580 w 5542598"/>
              <a:gd name="connsiteY5" fmla="*/ 1430357 h 5611666"/>
              <a:gd name="connsiteX6" fmla="*/ 3185160 w 5542598"/>
              <a:gd name="connsiteY6" fmla="*/ 3022937 h 5611666"/>
              <a:gd name="connsiteX7" fmla="*/ 1592580 w 5542598"/>
              <a:gd name="connsiteY7" fmla="*/ 4615517 h 5611666"/>
              <a:gd name="connsiteX8" fmla="*/ 0 w 5542598"/>
              <a:gd name="connsiteY8" fmla="*/ 3022937 h 5611666"/>
              <a:gd name="connsiteX9" fmla="*/ 1592580 w 5542598"/>
              <a:gd name="connsiteY9" fmla="*/ 1430357 h 5611666"/>
              <a:gd name="connsiteX10" fmla="*/ 4230267 w 5542598"/>
              <a:gd name="connsiteY10" fmla="*/ 0 h 5611666"/>
              <a:gd name="connsiteX11" fmla="*/ 5542598 w 5542598"/>
              <a:gd name="connsiteY11" fmla="*/ 1312331 h 5611666"/>
              <a:gd name="connsiteX12" fmla="*/ 4230267 w 5542598"/>
              <a:gd name="connsiteY12" fmla="*/ 2624662 h 5611666"/>
              <a:gd name="connsiteX13" fmla="*/ 2917936 w 5542598"/>
              <a:gd name="connsiteY13" fmla="*/ 1312331 h 5611666"/>
              <a:gd name="connsiteX14" fmla="*/ 4230267 w 5542598"/>
              <a:gd name="connsiteY14" fmla="*/ 0 h 561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542598" h="5611666">
                <a:moveTo>
                  <a:pt x="3354105" y="4359376"/>
                </a:moveTo>
                <a:cubicBezTo>
                  <a:pt x="3699915" y="4359376"/>
                  <a:pt x="3980250" y="4639711"/>
                  <a:pt x="3980250" y="4985521"/>
                </a:cubicBezTo>
                <a:cubicBezTo>
                  <a:pt x="3980250" y="5331331"/>
                  <a:pt x="3699915" y="5611666"/>
                  <a:pt x="3354105" y="5611666"/>
                </a:cubicBezTo>
                <a:cubicBezTo>
                  <a:pt x="3008295" y="5611666"/>
                  <a:pt x="2727960" y="5331331"/>
                  <a:pt x="2727960" y="4985521"/>
                </a:cubicBezTo>
                <a:cubicBezTo>
                  <a:pt x="2727960" y="4639711"/>
                  <a:pt x="3008295" y="4359376"/>
                  <a:pt x="3354105" y="4359376"/>
                </a:cubicBezTo>
                <a:close/>
                <a:moveTo>
                  <a:pt x="1592580" y="1430357"/>
                </a:moveTo>
                <a:cubicBezTo>
                  <a:pt x="2472138" y="1430357"/>
                  <a:pt x="3185160" y="2143379"/>
                  <a:pt x="3185160" y="3022937"/>
                </a:cubicBezTo>
                <a:cubicBezTo>
                  <a:pt x="3185160" y="3902495"/>
                  <a:pt x="2472138" y="4615517"/>
                  <a:pt x="1592580" y="4615517"/>
                </a:cubicBezTo>
                <a:cubicBezTo>
                  <a:pt x="713022" y="4615517"/>
                  <a:pt x="0" y="3902495"/>
                  <a:pt x="0" y="3022937"/>
                </a:cubicBezTo>
                <a:cubicBezTo>
                  <a:pt x="0" y="2143379"/>
                  <a:pt x="713022" y="1430357"/>
                  <a:pt x="1592580" y="1430357"/>
                </a:cubicBezTo>
                <a:close/>
                <a:moveTo>
                  <a:pt x="4230267" y="0"/>
                </a:moveTo>
                <a:cubicBezTo>
                  <a:pt x="4955047" y="0"/>
                  <a:pt x="5542598" y="587551"/>
                  <a:pt x="5542598" y="1312331"/>
                </a:cubicBezTo>
                <a:cubicBezTo>
                  <a:pt x="5542598" y="2037111"/>
                  <a:pt x="4955047" y="2624662"/>
                  <a:pt x="4230267" y="2624662"/>
                </a:cubicBezTo>
                <a:cubicBezTo>
                  <a:pt x="3505487" y="2624662"/>
                  <a:pt x="2917936" y="2037111"/>
                  <a:pt x="2917936" y="1312331"/>
                </a:cubicBezTo>
                <a:cubicBezTo>
                  <a:pt x="2917936" y="587551"/>
                  <a:pt x="3505487" y="0"/>
                  <a:pt x="4230267"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13" name="Title 1">
            <a:extLst>
              <a:ext uri="{FF2B5EF4-FFF2-40B4-BE49-F238E27FC236}">
                <a16:creationId xmlns:a16="http://schemas.microsoft.com/office/drawing/2014/main" id="{11176083-2CE5-4707-A564-46805454AF1A}"/>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316186999"/>
      </p:ext>
    </p:extLst>
  </p:cSld>
  <p:clrMapOvr>
    <a:masterClrMapping/>
  </p:clrMapOvr>
  <p:extLst>
    <p:ext uri="{DCECCB84-F9BA-43D5-87BE-67443E8EF086}">
      <p15:sldGuideLst xmlns:p15="http://schemas.microsoft.com/office/powerpoint/2012/main">
        <p15:guide id="1" orient="horz" pos="1272"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Date Placeholder 3">
            <a:extLst>
              <a:ext uri="{FF2B5EF4-FFF2-40B4-BE49-F238E27FC236}">
                <a16:creationId xmlns:a16="http://schemas.microsoft.com/office/drawing/2014/main" id="{A1AD702D-965C-40E9-8D23-D82E2CFA9E61}"/>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2/13/2026</a:t>
            </a:fld>
            <a:endParaRPr lang="en-US" sz="1100" dirty="0">
              <a:solidFill>
                <a:schemeClr val="accent2"/>
              </a:solidFill>
            </a:endParaRPr>
          </a:p>
        </p:txBody>
      </p:sp>
      <p:sp>
        <p:nvSpPr>
          <p:cNvPr id="5" name="Footer Placeholder 4">
            <a:extLst>
              <a:ext uri="{FF2B5EF4-FFF2-40B4-BE49-F238E27FC236}">
                <a16:creationId xmlns:a16="http://schemas.microsoft.com/office/drawing/2014/main" id="{793E0959-6855-4447-BAEC-D32B47712F07}"/>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7" name="Slide Number Placeholder 5">
            <a:extLst>
              <a:ext uri="{FF2B5EF4-FFF2-40B4-BE49-F238E27FC236}">
                <a16:creationId xmlns:a16="http://schemas.microsoft.com/office/drawing/2014/main" id="{13A05B6A-9124-4DBB-843A-84818A8F79FC}"/>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946163275"/>
      </p:ext>
    </p:extLst>
  </p:cSld>
  <p:clrMap bg1="lt1" tx1="dk1" bg2="lt2" tx2="dk2" accent1="accent1" accent2="accent2" accent3="accent3" accent4="accent4" accent5="accent5" accent6="accent6" hlink="hlink" folHlink="folHlink"/>
  <p:sldLayoutIdLst>
    <p:sldLayoutId id="2147483689" r:id="rId1"/>
    <p:sldLayoutId id="2147483690" r:id="rId2"/>
    <p:sldLayoutId id="2147483688" r:id="rId3"/>
    <p:sldLayoutId id="2147483681" r:id="rId4"/>
    <p:sldLayoutId id="2147483680" r:id="rId5"/>
    <p:sldLayoutId id="2147483682" r:id="rId6"/>
    <p:sldLayoutId id="2147483677" r:id="rId7"/>
    <p:sldLayoutId id="2147483654" r:id="rId8"/>
    <p:sldLayoutId id="2147483685" r:id="rId9"/>
    <p:sldLayoutId id="2147483684" r:id="rId10"/>
    <p:sldLayoutId id="2147483686" r:id="rId11"/>
    <p:sldLayoutId id="2147483687" r:id="rId12"/>
    <p:sldLayoutId id="2147483675" r:id="rId13"/>
  </p:sldLayoutIdLst>
  <p:hf hdr="0" ftr="0" dt="0"/>
  <p:txStyles>
    <p:titleStyle>
      <a:lvl1pPr algn="l" defTabSz="914400" rtl="0" eaLnBrk="1" latinLnBrk="0" hangingPunct="1">
        <a:lnSpc>
          <a:spcPct val="90000"/>
        </a:lnSpc>
        <a:spcBef>
          <a:spcPct val="0"/>
        </a:spcBef>
        <a:buNone/>
        <a:defRPr sz="3200" kern="1200">
          <a:solidFill>
            <a:schemeClr val="tx1">
              <a:lumMod val="75000"/>
              <a:lumOff val="25000"/>
            </a:schemeClr>
          </a:solidFill>
          <a:latin typeface="+mj-lt"/>
          <a:ea typeface="+mj-ea"/>
          <a:cs typeface="+mj-cs"/>
        </a:defRPr>
      </a:lvl1pPr>
    </p:titleStyle>
    <p:bodyStyle>
      <a:lvl1pPr marL="266700" indent="-266700" algn="l" defTabSz="914400" rtl="0" eaLnBrk="1" latinLnBrk="0" hangingPunct="1">
        <a:lnSpc>
          <a:spcPct val="90000"/>
        </a:lnSpc>
        <a:spcBef>
          <a:spcPts val="1000"/>
        </a:spcBef>
        <a:buFont typeface="Arial" panose="020B0604020202020204" pitchFamily="34" charset="0"/>
        <a:buChar char="•"/>
        <a:defRPr sz="1800" kern="1200">
          <a:solidFill>
            <a:schemeClr val="tx1">
              <a:lumMod val="75000"/>
              <a:lumOff val="25000"/>
            </a:schemeClr>
          </a:solidFill>
          <a:latin typeface="+mn-lt"/>
          <a:ea typeface="+mn-ea"/>
          <a:cs typeface="+mn-cs"/>
        </a:defRPr>
      </a:lvl1pPr>
      <a:lvl2pPr marL="542925" indent="-276225"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2pPr>
      <a:lvl3pPr marL="8096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3pPr>
      <a:lvl4pPr marL="10763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4pPr>
      <a:lvl5pPr marL="13430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272"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jpeg"/><Relationship Id="rId2" Type="http://schemas.openxmlformats.org/officeDocument/2006/relationships/image" Target="../media/image3.png"/><Relationship Id="rId1" Type="http://schemas.openxmlformats.org/officeDocument/2006/relationships/slideLayout" Target="../slideLayouts/slideLayout4.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jpeg"/></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4.xml"/><Relationship Id="rId6" Type="http://schemas.openxmlformats.org/officeDocument/2006/relationships/image" Target="../media/image7.png"/><Relationship Id="rId5" Type="http://schemas.openxmlformats.org/officeDocument/2006/relationships/image" Target="../media/image9.jpe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5.jpeg"/><Relationship Id="rId1" Type="http://schemas.openxmlformats.org/officeDocument/2006/relationships/slideLayout" Target="../slideLayouts/slideLayout4.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5.jpeg"/><Relationship Id="rId1" Type="http://schemas.openxmlformats.org/officeDocument/2006/relationships/slideLayout" Target="../slideLayouts/slideLayout4.xml"/><Relationship Id="rId5" Type="http://schemas.openxmlformats.org/officeDocument/2006/relationships/image" Target="../media/image12.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hyperlink" Target="https://www.google.com/search?q=intangible+asset&amp;sca_esv=9783dddf2c54e777&amp;sxsrf=ANbL-n4XGMSe9xgrqzFWvHv8r1wSapvFMw%3A1771163374302&amp;ei=7s6RabiTEobh2roPt-DmgAo&amp;biw=1536&amp;bih=695&amp;ved=2ahUKEwjQhrLg0duSAxWjg68BHVg8CwQQgK4QegYIAQgAEAY&amp;uact=5&amp;oq=Goodwill+definition+accountintg&amp;gs_lp=Egxnd3Mtd2l6LXNlcnAiH0dvb2R3aWxsIGRlZmluaXRpb24gYWNjb3VudGludGcyBRAAGIAEMgYQABgWGB4yBhAAGBYYHjIGEAAYFhgeMgYQABgWGB4yBhAAGBYYHjIGEAAYFhgeMgYQABgWGB4yCxAAGIAEGIYDGIoFMgsQABiABBiGAxiKBUiKDlDgAVizDXABeAGQAQCYAewBoAG_DKoBBTAuNC40uAEDyAEA-AEBmAIJoAKDDcICChAAGLADGNYEGEfCAg0QABiABBiwAxhDGIoFwgIKEAAYgAQYQxiKBcICCBAAGBYYChgemAMAiAYBkAYKkgcFMS4zLjWgB50_sgcFMC4zLjW4B_0MwgcFMi03LjLIBzmACAA&amp;sclient=gws-wiz-serp" TargetMode="External"/><Relationship Id="rId1" Type="http://schemas.openxmlformats.org/officeDocument/2006/relationships/slideLayout" Target="../slideLayouts/slideLayout4.xml"/><Relationship Id="rId5" Type="http://schemas.openxmlformats.org/officeDocument/2006/relationships/image" Target="../media/image11.png"/><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hyperlink" Target="https://www.google.com/search?q=intangible+asset&amp;sca_esv=9783dddf2c54e777&amp;sxsrf=ANbL-n4XGMSe9xgrqzFWvHv8r1wSapvFMw%3A1771163374302&amp;ei=7s6RabiTEobh2roPt-DmgAo&amp;biw=1536&amp;bih=695&amp;ved=2ahUKEwjQhrLg0duSAxWjg68BHVg8CwQQgK4QegYIAQgAEAY&amp;uact=5&amp;oq=Goodwill+definition+accountintg&amp;gs_lp=Egxnd3Mtd2l6LXNlcnAiH0dvb2R3aWxsIGRlZmluaXRpb24gYWNjb3VudGludGcyBRAAGIAEMgYQABgWGB4yBhAAGBYYHjIGEAAYFhgeMgYQABgWGB4yBhAAGBYYHjIGEAAYFhgeMgYQABgWGB4yCxAAGIAEGIYDGIoFMgsQABiABBiGAxiKBUiKDlDgAVizDXABeAGQAQCYAewBoAG_DKoBBTAuNC40uAEDyAEA-AEBmAIJoAKDDcICChAAGLADGNYEGEfCAg0QABiABBiwAxhDGIoFwgIKEAAYgAQYQxiKBcICCBAAGBYYChgemAMAiAYBkAYKkgcFMS4zLjWgB50_sgcFMC4zLjW4B_0MwgcFMi03LjLIBzmACAA&amp;sclient=gws-wiz-serp" TargetMode="External"/><Relationship Id="rId1" Type="http://schemas.openxmlformats.org/officeDocument/2006/relationships/slideLayout" Target="../slideLayouts/slideLayout4.xml"/><Relationship Id="rId5" Type="http://schemas.openxmlformats.org/officeDocument/2006/relationships/image" Target="../media/image11.png"/><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5.jpe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5.jpe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5.jpeg"/><Relationship Id="rId1" Type="http://schemas.openxmlformats.org/officeDocument/2006/relationships/slideLayout" Target="../slideLayouts/slideLayout4.xml"/><Relationship Id="rId4" Type="http://schemas.openxmlformats.org/officeDocument/2006/relationships/image" Target="../media/image6.png"/></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5.jpeg"/><Relationship Id="rId1" Type="http://schemas.openxmlformats.org/officeDocument/2006/relationships/slideLayout" Target="../slideLayouts/slideLayout4.xml"/><Relationship Id="rId4" Type="http://schemas.openxmlformats.org/officeDocument/2006/relationships/image" Target="../media/image6.png"/></Relationships>
</file>

<file path=ppt/slides/_rels/slide2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13" name="Picture Placeholder 12" descr="Blue glass building">
            <a:extLst>
              <a:ext uri="{FF2B5EF4-FFF2-40B4-BE49-F238E27FC236}">
                <a16:creationId xmlns:a16="http://schemas.microsoft.com/office/drawing/2014/main" id="{E6A5B61D-69C0-4661-AD66-3D72D9A6E86F}"/>
              </a:ext>
            </a:extLst>
          </p:cNvPr>
          <p:cNvPicPr>
            <a:picLocks noGrp="1" noChangeAspect="1"/>
          </p:cNvPicPr>
          <p:nvPr>
            <p:ph type="pic" sz="quarter" idx="10"/>
          </p:nvPr>
        </p:nvPicPr>
        <p:blipFill>
          <a:blip r:embed="rId3">
            <a:alphaModFix amt="80000"/>
          </a:blip>
          <a:srcRect t="7802" b="7802"/>
          <a:stretch/>
        </p:blipFill>
        <p:spPr>
          <a:xfrm>
            <a:off x="0" y="0"/>
            <a:ext cx="12192000" cy="6858000"/>
          </a:xfrm>
          <a:blipFill dpi="0" rotWithShape="1">
            <a:blip r:embed="rId3">
              <a:alphaModFix amt="80000"/>
              <a:extLst>
                <a:ext uri="{28A0092B-C50C-407E-A947-70E740481C1C}">
                  <a14:useLocalDpi xmlns:a14="http://schemas.microsoft.com/office/drawing/2010/main" val="0"/>
                </a:ext>
              </a:extLst>
            </a:blip>
            <a:srcRect/>
            <a:stretch>
              <a:fillRect/>
            </a:stretch>
          </a:blipFill>
        </p:spPr>
      </p:pic>
      <p:sp>
        <p:nvSpPr>
          <p:cNvPr id="6" name="Hexagon 5">
            <a:extLst>
              <a:ext uri="{FF2B5EF4-FFF2-40B4-BE49-F238E27FC236}">
                <a16:creationId xmlns:a16="http://schemas.microsoft.com/office/drawing/2014/main" id="{38AF5374-EA50-4722-BB45-6C182E5A16AE}"/>
              </a:ext>
              <a:ext uri="{C183D7F6-B498-43B3-948B-1728B52AA6E4}">
                <adec:decorative xmlns:adec="http://schemas.microsoft.com/office/drawing/2017/decorative" val="1"/>
              </a:ext>
            </a:extLst>
          </p:cNvPr>
          <p:cNvSpPr/>
          <p:nvPr/>
        </p:nvSpPr>
        <p:spPr>
          <a:xfrm>
            <a:off x="3166402" y="903484"/>
            <a:ext cx="5859196" cy="5051033"/>
          </a:xfrm>
          <a:prstGeom prst="hexagon">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itle 6">
            <a:extLst>
              <a:ext uri="{FF2B5EF4-FFF2-40B4-BE49-F238E27FC236}">
                <a16:creationId xmlns:a16="http://schemas.microsoft.com/office/drawing/2014/main" id="{BD837CEB-1A69-4F72-95D4-054D82F09696}"/>
              </a:ext>
            </a:extLst>
          </p:cNvPr>
          <p:cNvSpPr>
            <a:spLocks noGrp="1"/>
          </p:cNvSpPr>
          <p:nvPr>
            <p:ph type="title"/>
          </p:nvPr>
        </p:nvSpPr>
        <p:spPr>
          <a:xfrm>
            <a:off x="3615575" y="2850029"/>
            <a:ext cx="5183788" cy="1695637"/>
          </a:xfrm>
        </p:spPr>
        <p:txBody>
          <a:bodyPr/>
          <a:lstStyle/>
          <a:p>
            <a:r>
              <a:rPr lang="en-US" dirty="0"/>
              <a:t>IFRS 3 &amp; IFRS 10</a:t>
            </a:r>
          </a:p>
        </p:txBody>
      </p:sp>
      <p:sp>
        <p:nvSpPr>
          <p:cNvPr id="8" name="Text Placeholder 7">
            <a:extLst>
              <a:ext uri="{FF2B5EF4-FFF2-40B4-BE49-F238E27FC236}">
                <a16:creationId xmlns:a16="http://schemas.microsoft.com/office/drawing/2014/main" id="{9FFAF4E3-C8A2-4861-A67E-040D885F84F1}"/>
              </a:ext>
            </a:extLst>
          </p:cNvPr>
          <p:cNvSpPr>
            <a:spLocks noGrp="1"/>
          </p:cNvSpPr>
          <p:nvPr>
            <p:ph type="body" sz="quarter" idx="11"/>
          </p:nvPr>
        </p:nvSpPr>
        <p:spPr>
          <a:xfrm>
            <a:off x="3982375" y="1907749"/>
            <a:ext cx="4317709" cy="490538"/>
          </a:xfrm>
        </p:spPr>
        <p:txBody>
          <a:bodyPr/>
          <a:lstStyle/>
          <a:p>
            <a:r>
              <a:rPr lang="en-US" dirty="0"/>
              <a:t>Presented by MM &amp; Co + LCRC</a:t>
            </a:r>
          </a:p>
        </p:txBody>
      </p:sp>
      <p:sp>
        <p:nvSpPr>
          <p:cNvPr id="11" name="Text Placeholder 10">
            <a:extLst>
              <a:ext uri="{FF2B5EF4-FFF2-40B4-BE49-F238E27FC236}">
                <a16:creationId xmlns:a16="http://schemas.microsoft.com/office/drawing/2014/main" id="{E6DF5064-7AAC-4887-9BD5-FB6BC40A6768}"/>
              </a:ext>
            </a:extLst>
          </p:cNvPr>
          <p:cNvSpPr>
            <a:spLocks noGrp="1"/>
          </p:cNvSpPr>
          <p:nvPr>
            <p:ph type="body" sz="quarter" idx="13"/>
          </p:nvPr>
        </p:nvSpPr>
        <p:spPr/>
        <p:txBody>
          <a:bodyPr/>
          <a:lstStyle/>
          <a:p>
            <a:r>
              <a:rPr lang="en-US" dirty="0"/>
              <a:t>September 24, 20XX</a:t>
            </a:r>
          </a:p>
          <a:p>
            <a:r>
              <a:rPr lang="en-US" dirty="0"/>
              <a:t>Customer Success Team</a:t>
            </a:r>
          </a:p>
        </p:txBody>
      </p:sp>
      <p:sp>
        <p:nvSpPr>
          <p:cNvPr id="21" name="Hexagon 20">
            <a:extLst>
              <a:ext uri="{FF2B5EF4-FFF2-40B4-BE49-F238E27FC236}">
                <a16:creationId xmlns:a16="http://schemas.microsoft.com/office/drawing/2014/main" id="{35FAA64B-9D7A-4109-97E0-B0BAA29C475F}"/>
              </a:ext>
              <a:ext uri="{C183D7F6-B498-43B3-948B-1728B52AA6E4}">
                <adec:decorative xmlns:adec="http://schemas.microsoft.com/office/drawing/2017/decorative" val="1"/>
              </a:ext>
            </a:extLst>
          </p:cNvPr>
          <p:cNvSpPr/>
          <p:nvPr/>
        </p:nvSpPr>
        <p:spPr>
          <a:xfrm>
            <a:off x="7974278" y="5753530"/>
            <a:ext cx="651613" cy="561736"/>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00A0E61B-8139-47E5-862B-C6D87AFF35A2}"/>
              </a:ext>
              <a:ext uri="{C183D7F6-B498-43B3-948B-1728B52AA6E4}">
                <adec:decorative xmlns:adec="http://schemas.microsoft.com/office/drawing/2017/decorative" val="1"/>
              </a:ext>
            </a:extLst>
          </p:cNvPr>
          <p:cNvSpPr/>
          <p:nvPr/>
        </p:nvSpPr>
        <p:spPr>
          <a:xfrm>
            <a:off x="2255521" y="2751804"/>
            <a:ext cx="785546" cy="677196"/>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B06F39E4-24A5-44F2-BD9A-7E8C8AF2773B}"/>
              </a:ext>
              <a:ext uri="{C183D7F6-B498-43B3-948B-1728B52AA6E4}">
                <adec:decorative xmlns:adec="http://schemas.microsoft.com/office/drawing/2017/decorative" val="1"/>
              </a:ext>
            </a:extLst>
          </p:cNvPr>
          <p:cNvSpPr/>
          <p:nvPr/>
        </p:nvSpPr>
        <p:spPr>
          <a:xfrm>
            <a:off x="8021783" y="671564"/>
            <a:ext cx="392774" cy="33859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Hexagon 1">
            <a:extLst>
              <a:ext uri="{FF2B5EF4-FFF2-40B4-BE49-F238E27FC236}">
                <a16:creationId xmlns:a16="http://schemas.microsoft.com/office/drawing/2014/main" id="{62F7433A-0BB9-4B38-A96F-AB1B77772B59}"/>
              </a:ext>
              <a:ext uri="{C183D7F6-B498-43B3-948B-1728B52AA6E4}">
                <adec:decorative xmlns:adec="http://schemas.microsoft.com/office/drawing/2017/decorative" val="1"/>
              </a:ext>
            </a:extLst>
          </p:cNvPr>
          <p:cNvSpPr/>
          <p:nvPr/>
        </p:nvSpPr>
        <p:spPr>
          <a:xfrm>
            <a:off x="2035398" y="3344350"/>
            <a:ext cx="196388" cy="169300"/>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6659930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p:txBody>
          <a:bodyPr/>
          <a:lstStyle/>
          <a:p>
            <a:r>
              <a:rPr lang="en-US" dirty="0"/>
              <a:t>Agenda</a:t>
            </a:r>
          </a:p>
        </p:txBody>
      </p:sp>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660400" y="2044700"/>
            <a:ext cx="6270336" cy="3560763"/>
          </a:xfrm>
        </p:spPr>
        <p:txBody>
          <a:bodyPr/>
          <a:lstStyle/>
          <a:p>
            <a:r>
              <a:rPr lang="en-US" dirty="0"/>
              <a:t>Introduction and Scope of IFRS 3</a:t>
            </a:r>
          </a:p>
          <a:p>
            <a:r>
              <a:rPr lang="en-US" dirty="0"/>
              <a:t>Acquisition Method and Measurement</a:t>
            </a:r>
          </a:p>
          <a:p>
            <a:r>
              <a:rPr lang="en-US" dirty="0"/>
              <a:t>Goodwill and Non-Controlling Interest</a:t>
            </a:r>
          </a:p>
          <a:p>
            <a:r>
              <a:rPr lang="en-US" dirty="0"/>
              <a:t>Closing</a:t>
            </a:r>
          </a:p>
        </p:txBody>
      </p:sp>
      <p:pic>
        <p:nvPicPr>
          <p:cNvPr id="11" name="Picture Placeholder 10" descr="close up of building">
            <a:extLst>
              <a:ext uri="{FF2B5EF4-FFF2-40B4-BE49-F238E27FC236}">
                <a16:creationId xmlns:a16="http://schemas.microsoft.com/office/drawing/2014/main" id="{1CE2008D-DBCE-465F-90DA-B28A4E525131}"/>
              </a:ext>
            </a:extLst>
          </p:cNvPr>
          <p:cNvPicPr>
            <a:picLocks noGrp="1" noChangeAspect="1"/>
          </p:cNvPicPr>
          <p:nvPr>
            <p:ph type="pic" sz="quarter" idx="10"/>
          </p:nvPr>
        </p:nvPicPr>
        <p:blipFill>
          <a:blip r:embed="rId3"/>
          <a:srcRect l="15351" r="15351"/>
          <a:stretch>
            <a:fillRect/>
          </a:stretch>
        </p:blipFill>
        <p:spPr/>
      </p:pic>
    </p:spTree>
    <p:extLst>
      <p:ext uri="{BB962C8B-B14F-4D97-AF65-F5344CB8AC3E}">
        <p14:creationId xmlns:p14="http://schemas.microsoft.com/office/powerpoint/2010/main" val="13419010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27AD4C-50A8-2C91-F3DE-6FF85499426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D454BD81-A5A5-8B4E-7D2A-23B27BC707BF}"/>
              </a:ext>
            </a:extLst>
          </p:cNvPr>
          <p:cNvSpPr>
            <a:spLocks noGrp="1"/>
          </p:cNvSpPr>
          <p:nvPr>
            <p:ph type="title"/>
          </p:nvPr>
        </p:nvSpPr>
        <p:spPr>
          <a:xfrm>
            <a:off x="3408236" y="269225"/>
            <a:ext cx="5220855" cy="830997"/>
          </a:xfrm>
        </p:spPr>
        <p:txBody>
          <a:bodyPr/>
          <a:lstStyle/>
          <a:p>
            <a:r>
              <a:rPr lang="en-US" dirty="0"/>
              <a:t>Group Accounting</a:t>
            </a:r>
          </a:p>
        </p:txBody>
      </p:sp>
      <p:sp>
        <p:nvSpPr>
          <p:cNvPr id="8" name="Text Placeholder 7">
            <a:extLst>
              <a:ext uri="{FF2B5EF4-FFF2-40B4-BE49-F238E27FC236}">
                <a16:creationId xmlns:a16="http://schemas.microsoft.com/office/drawing/2014/main" id="{13F20D22-1775-8E95-7448-0F9515912399}"/>
              </a:ext>
            </a:extLst>
          </p:cNvPr>
          <p:cNvSpPr>
            <a:spLocks noGrp="1"/>
          </p:cNvSpPr>
          <p:nvPr>
            <p:ph type="body" sz="quarter" idx="12"/>
          </p:nvPr>
        </p:nvSpPr>
        <p:spPr>
          <a:xfrm>
            <a:off x="-2203442" y="1498162"/>
            <a:ext cx="4275138" cy="3560763"/>
          </a:xfrm>
        </p:spPr>
        <p:txBody>
          <a:bodyPr/>
          <a:lstStyle/>
          <a:p>
            <a:pPr marL="0" indent="0">
              <a:buNone/>
            </a:pPr>
            <a:endParaRPr lang="en-US" dirty="0"/>
          </a:p>
        </p:txBody>
      </p:sp>
      <p:sp>
        <p:nvSpPr>
          <p:cNvPr id="3" name="Picture Placeholder 2">
            <a:extLst>
              <a:ext uri="{FF2B5EF4-FFF2-40B4-BE49-F238E27FC236}">
                <a16:creationId xmlns:a16="http://schemas.microsoft.com/office/drawing/2014/main" id="{23B30DDA-9A9E-5253-A9FF-7350F9B16D9B}"/>
              </a:ext>
            </a:extLst>
          </p:cNvPr>
          <p:cNvSpPr>
            <a:spLocks noGrp="1"/>
          </p:cNvSpPr>
          <p:nvPr>
            <p:ph type="pic" sz="quarter" idx="13"/>
          </p:nvPr>
        </p:nvSpPr>
        <p:spPr/>
        <p:txBody>
          <a:bodyPr/>
          <a:lstStyle/>
          <a:p>
            <a:endParaRPr lang="en-US"/>
          </a:p>
        </p:txBody>
      </p:sp>
      <p:pic>
        <p:nvPicPr>
          <p:cNvPr id="6" name="Picture 2" descr="Jollibee (@JollibeePhilippines) • Facebook">
            <a:extLst>
              <a:ext uri="{FF2B5EF4-FFF2-40B4-BE49-F238E27FC236}">
                <a16:creationId xmlns:a16="http://schemas.microsoft.com/office/drawing/2014/main" id="{3450B5E1-6FCD-89F8-7AD3-77502FFF3C8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47102" y="2180793"/>
            <a:ext cx="2143125" cy="2143125"/>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The Coffee Bean &amp; Tea Leaf® Is Brewing Happiness For The Holidays With Its  Festive Seasonal Beverages Through December 29">
            <a:extLst>
              <a:ext uri="{FF2B5EF4-FFF2-40B4-BE49-F238E27FC236}">
                <a16:creationId xmlns:a16="http://schemas.microsoft.com/office/drawing/2014/main" id="{A3603C4F-5181-5DAA-510B-676948EF7F8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70267" y="1609593"/>
            <a:ext cx="1439131" cy="1439131"/>
          </a:xfrm>
          <a:prstGeom prst="rect">
            <a:avLst/>
          </a:prstGeom>
          <a:noFill/>
          <a:extLst>
            <a:ext uri="{909E8E84-426E-40DD-AFC4-6F175D3DCCD1}">
              <a14:hiddenFill xmlns:a14="http://schemas.microsoft.com/office/drawing/2010/main">
                <a:solidFill>
                  <a:srgbClr val="FFFFFF"/>
                </a:solidFill>
              </a14:hiddenFill>
            </a:ext>
          </a:extLst>
        </p:spPr>
      </p:pic>
      <p:cxnSp>
        <p:nvCxnSpPr>
          <p:cNvPr id="4" name="Straight Arrow Connector 3">
            <a:extLst>
              <a:ext uri="{FF2B5EF4-FFF2-40B4-BE49-F238E27FC236}">
                <a16:creationId xmlns:a16="http://schemas.microsoft.com/office/drawing/2014/main" id="{690B3208-22AA-F3B8-2E66-CD3C401087D2}"/>
              </a:ext>
            </a:extLst>
          </p:cNvPr>
          <p:cNvCxnSpPr>
            <a:cxnSpLocks/>
            <a:stCxn id="6" idx="1"/>
          </p:cNvCxnSpPr>
          <p:nvPr/>
        </p:nvCxnSpPr>
        <p:spPr>
          <a:xfrm flipH="1" flipV="1">
            <a:off x="3692324" y="2476982"/>
            <a:ext cx="1254778" cy="77537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7" name="TextBox 6">
            <a:extLst>
              <a:ext uri="{FF2B5EF4-FFF2-40B4-BE49-F238E27FC236}">
                <a16:creationId xmlns:a16="http://schemas.microsoft.com/office/drawing/2014/main" id="{B21349D5-1954-50B2-7ACC-A0832BD94FDF}"/>
              </a:ext>
            </a:extLst>
          </p:cNvPr>
          <p:cNvSpPr txBox="1"/>
          <p:nvPr/>
        </p:nvSpPr>
        <p:spPr>
          <a:xfrm>
            <a:off x="2074224" y="3137276"/>
            <a:ext cx="1840375" cy="369332"/>
          </a:xfrm>
          <a:prstGeom prst="rect">
            <a:avLst/>
          </a:prstGeom>
          <a:noFill/>
        </p:spPr>
        <p:txBody>
          <a:bodyPr wrap="square" rtlCol="0">
            <a:spAutoFit/>
          </a:bodyPr>
          <a:lstStyle/>
          <a:p>
            <a:r>
              <a:rPr lang="en-US" b="1" dirty="0"/>
              <a:t>80% owned </a:t>
            </a:r>
          </a:p>
        </p:txBody>
      </p:sp>
      <p:cxnSp>
        <p:nvCxnSpPr>
          <p:cNvPr id="10" name="Straight Arrow Connector 9">
            <a:extLst>
              <a:ext uri="{FF2B5EF4-FFF2-40B4-BE49-F238E27FC236}">
                <a16:creationId xmlns:a16="http://schemas.microsoft.com/office/drawing/2014/main" id="{A9A45656-E00E-7B8A-1B9B-229CEB6029E4}"/>
              </a:ext>
            </a:extLst>
          </p:cNvPr>
          <p:cNvCxnSpPr>
            <a:cxnSpLocks/>
            <a:stCxn id="6" idx="1"/>
          </p:cNvCxnSpPr>
          <p:nvPr/>
        </p:nvCxnSpPr>
        <p:spPr>
          <a:xfrm flipH="1">
            <a:off x="3945412" y="3252356"/>
            <a:ext cx="1001690" cy="124820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pic>
        <p:nvPicPr>
          <p:cNvPr id="2052" name="Picture 4" descr="eLearning">
            <a:extLst>
              <a:ext uri="{FF2B5EF4-FFF2-40B4-BE49-F238E27FC236}">
                <a16:creationId xmlns:a16="http://schemas.microsoft.com/office/drawing/2014/main" id="{2C365758-7BC8-8B52-5FE5-F67A73D3FB7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3717" y="5578997"/>
            <a:ext cx="2096886" cy="1200439"/>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Milksha PH (@MilkshaPH) • Facebook">
            <a:extLst>
              <a:ext uri="{FF2B5EF4-FFF2-40B4-BE49-F238E27FC236}">
                <a16:creationId xmlns:a16="http://schemas.microsoft.com/office/drawing/2014/main" id="{4388F0A4-E63E-B926-99C5-3543C7DE293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37122" y="3874924"/>
            <a:ext cx="1439132" cy="1335757"/>
          </a:xfrm>
          <a:prstGeom prst="rect">
            <a:avLst/>
          </a:prstGeom>
          <a:noFill/>
          <a:extLst>
            <a:ext uri="{909E8E84-426E-40DD-AFC4-6F175D3DCCD1}">
              <a14:hiddenFill xmlns:a14="http://schemas.microsoft.com/office/drawing/2010/main">
                <a:solidFill>
                  <a:srgbClr val="FFFFFF"/>
                </a:solidFill>
              </a14:hiddenFill>
            </a:ext>
          </a:extLst>
        </p:spPr>
      </p:pic>
      <p:sp>
        <p:nvSpPr>
          <p:cNvPr id="16" name="TextBox 15">
            <a:extLst>
              <a:ext uri="{FF2B5EF4-FFF2-40B4-BE49-F238E27FC236}">
                <a16:creationId xmlns:a16="http://schemas.microsoft.com/office/drawing/2014/main" id="{F2543908-8507-D1C7-9E17-750193210C1F}"/>
              </a:ext>
            </a:extLst>
          </p:cNvPr>
          <p:cNvSpPr txBox="1"/>
          <p:nvPr/>
        </p:nvSpPr>
        <p:spPr>
          <a:xfrm>
            <a:off x="2267059" y="5155223"/>
            <a:ext cx="7228390" cy="369332"/>
          </a:xfrm>
          <a:prstGeom prst="rect">
            <a:avLst/>
          </a:prstGeom>
          <a:noFill/>
        </p:spPr>
        <p:txBody>
          <a:bodyPr wrap="square">
            <a:spAutoFit/>
          </a:bodyPr>
          <a:lstStyle/>
          <a:p>
            <a:r>
              <a:rPr lang="en-US" b="1" dirty="0"/>
              <a:t>51% owned Associate</a:t>
            </a:r>
          </a:p>
        </p:txBody>
      </p:sp>
      <p:cxnSp>
        <p:nvCxnSpPr>
          <p:cNvPr id="18" name="Straight Arrow Connector 17">
            <a:extLst>
              <a:ext uri="{FF2B5EF4-FFF2-40B4-BE49-F238E27FC236}">
                <a16:creationId xmlns:a16="http://schemas.microsoft.com/office/drawing/2014/main" id="{6709212A-D36B-BAA5-C537-A7958EE0CB2E}"/>
              </a:ext>
            </a:extLst>
          </p:cNvPr>
          <p:cNvCxnSpPr/>
          <p:nvPr/>
        </p:nvCxnSpPr>
        <p:spPr>
          <a:xfrm flipV="1">
            <a:off x="7082838" y="2214079"/>
            <a:ext cx="1400537" cy="92319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2056" name="Picture 8" descr="BURGER KING at SM City Grand Central | SM Supermalls">
            <a:extLst>
              <a:ext uri="{FF2B5EF4-FFF2-40B4-BE49-F238E27FC236}">
                <a16:creationId xmlns:a16="http://schemas.microsoft.com/office/drawing/2014/main" id="{B08E577C-2146-C834-0D2C-54C28F7F1E3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579424" y="1134170"/>
            <a:ext cx="1614603" cy="1614603"/>
          </a:xfrm>
          <a:prstGeom prst="rect">
            <a:avLst/>
          </a:prstGeom>
          <a:noFill/>
          <a:extLst>
            <a:ext uri="{909E8E84-426E-40DD-AFC4-6F175D3DCCD1}">
              <a14:hiddenFill xmlns:a14="http://schemas.microsoft.com/office/drawing/2010/main">
                <a:solidFill>
                  <a:srgbClr val="FFFFFF"/>
                </a:solidFill>
              </a14:hiddenFill>
            </a:ext>
          </a:extLst>
        </p:spPr>
      </p:pic>
      <p:cxnSp>
        <p:nvCxnSpPr>
          <p:cNvPr id="21" name="Straight Arrow Connector 20">
            <a:extLst>
              <a:ext uri="{FF2B5EF4-FFF2-40B4-BE49-F238E27FC236}">
                <a16:creationId xmlns:a16="http://schemas.microsoft.com/office/drawing/2014/main" id="{51D4E2AA-C295-6614-8B04-EFFCED140987}"/>
              </a:ext>
            </a:extLst>
          </p:cNvPr>
          <p:cNvCxnSpPr/>
          <p:nvPr/>
        </p:nvCxnSpPr>
        <p:spPr>
          <a:xfrm>
            <a:off x="7090227" y="3252355"/>
            <a:ext cx="1393148" cy="107156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B661A45B-7970-6906-CEB3-3941FB3D49C7}"/>
              </a:ext>
            </a:extLst>
          </p:cNvPr>
          <p:cNvSpPr txBox="1"/>
          <p:nvPr/>
        </p:nvSpPr>
        <p:spPr>
          <a:xfrm>
            <a:off x="8742833" y="2679392"/>
            <a:ext cx="7228390" cy="369332"/>
          </a:xfrm>
          <a:prstGeom prst="rect">
            <a:avLst/>
          </a:prstGeom>
          <a:noFill/>
        </p:spPr>
        <p:txBody>
          <a:bodyPr wrap="square">
            <a:spAutoFit/>
          </a:bodyPr>
          <a:lstStyle/>
          <a:p>
            <a:r>
              <a:rPr lang="en-US" b="1" dirty="0"/>
              <a:t>Joint Venture </a:t>
            </a:r>
          </a:p>
        </p:txBody>
      </p:sp>
      <p:pic>
        <p:nvPicPr>
          <p:cNvPr id="2060" name="Picture 12" descr="Ang sarap ng 2-in-1 sa Laki Chicken ...">
            <a:extLst>
              <a:ext uri="{FF2B5EF4-FFF2-40B4-BE49-F238E27FC236}">
                <a16:creationId xmlns:a16="http://schemas.microsoft.com/office/drawing/2014/main" id="{16C462B0-FC2D-B626-F205-A8C2C02ED8B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637724" y="3999636"/>
            <a:ext cx="1393149" cy="1724194"/>
          </a:xfrm>
          <a:prstGeom prst="rect">
            <a:avLst/>
          </a:prstGeom>
          <a:noFill/>
          <a:extLst>
            <a:ext uri="{909E8E84-426E-40DD-AFC4-6F175D3DCCD1}">
              <a14:hiddenFill xmlns:a14="http://schemas.microsoft.com/office/drawing/2010/main">
                <a:solidFill>
                  <a:srgbClr val="FFFFFF"/>
                </a:solidFill>
              </a14:hiddenFill>
            </a:ext>
          </a:extLst>
        </p:spPr>
      </p:pic>
      <p:sp>
        <p:nvSpPr>
          <p:cNvPr id="25" name="TextBox 24">
            <a:extLst>
              <a:ext uri="{FF2B5EF4-FFF2-40B4-BE49-F238E27FC236}">
                <a16:creationId xmlns:a16="http://schemas.microsoft.com/office/drawing/2014/main" id="{0FCC6D3E-F033-F9AD-7FFF-EDB32DC3D0EA}"/>
              </a:ext>
            </a:extLst>
          </p:cNvPr>
          <p:cNvSpPr txBox="1"/>
          <p:nvPr/>
        </p:nvSpPr>
        <p:spPr>
          <a:xfrm>
            <a:off x="8579424" y="5729708"/>
            <a:ext cx="9120850" cy="369332"/>
          </a:xfrm>
          <a:prstGeom prst="rect">
            <a:avLst/>
          </a:prstGeom>
          <a:noFill/>
        </p:spPr>
        <p:txBody>
          <a:bodyPr wrap="square">
            <a:spAutoFit/>
          </a:bodyPr>
          <a:lstStyle/>
          <a:p>
            <a:r>
              <a:rPr lang="en-US" b="1" dirty="0"/>
              <a:t>100% Ownership</a:t>
            </a:r>
          </a:p>
        </p:txBody>
      </p:sp>
      <p:sp>
        <p:nvSpPr>
          <p:cNvPr id="26" name="Oval 25">
            <a:extLst>
              <a:ext uri="{FF2B5EF4-FFF2-40B4-BE49-F238E27FC236}">
                <a16:creationId xmlns:a16="http://schemas.microsoft.com/office/drawing/2014/main" id="{ED03765A-D887-1872-0A09-2ECE8E38F9C0}"/>
              </a:ext>
            </a:extLst>
          </p:cNvPr>
          <p:cNvSpPr/>
          <p:nvPr/>
        </p:nvSpPr>
        <p:spPr>
          <a:xfrm>
            <a:off x="231494" y="78564"/>
            <a:ext cx="11146420" cy="5993255"/>
          </a:xfrm>
          <a:prstGeom prst="ellipse">
            <a:avLst/>
          </a:prstGeom>
          <a:no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endParaRPr lang="en-US"/>
          </a:p>
        </p:txBody>
      </p:sp>
    </p:spTree>
    <p:extLst>
      <p:ext uri="{BB962C8B-B14F-4D97-AF65-F5344CB8AC3E}">
        <p14:creationId xmlns:p14="http://schemas.microsoft.com/office/powerpoint/2010/main" val="17124706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1" presetClass="entr" presetSubtype="0"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p:cTn id="13" dur="1000" fill="hold"/>
                                        <p:tgtEl>
                                          <p:spTgt spid="4"/>
                                        </p:tgtEl>
                                        <p:attrNameLst>
                                          <p:attrName>ppt_w</p:attrName>
                                        </p:attrNameLst>
                                      </p:cBhvr>
                                      <p:tavLst>
                                        <p:tav tm="0">
                                          <p:val>
                                            <p:fltVal val="0"/>
                                          </p:val>
                                        </p:tav>
                                        <p:tav tm="100000">
                                          <p:val>
                                            <p:strVal val="#ppt_w"/>
                                          </p:val>
                                        </p:tav>
                                      </p:tavLst>
                                    </p:anim>
                                    <p:anim calcmode="lin" valueType="num">
                                      <p:cBhvr>
                                        <p:cTn id="14" dur="1000" fill="hold"/>
                                        <p:tgtEl>
                                          <p:spTgt spid="4"/>
                                        </p:tgtEl>
                                        <p:attrNameLst>
                                          <p:attrName>ppt_h</p:attrName>
                                        </p:attrNameLst>
                                      </p:cBhvr>
                                      <p:tavLst>
                                        <p:tav tm="0">
                                          <p:val>
                                            <p:fltVal val="0"/>
                                          </p:val>
                                        </p:tav>
                                        <p:tav tm="100000">
                                          <p:val>
                                            <p:strVal val="#ppt_h"/>
                                          </p:val>
                                        </p:tav>
                                      </p:tavLst>
                                    </p:anim>
                                    <p:anim calcmode="lin" valueType="num">
                                      <p:cBhvr>
                                        <p:cTn id="15" dur="1000" fill="hold"/>
                                        <p:tgtEl>
                                          <p:spTgt spid="4"/>
                                        </p:tgtEl>
                                        <p:attrNameLst>
                                          <p:attrName>style.rotation</p:attrName>
                                        </p:attrNameLst>
                                      </p:cBhvr>
                                      <p:tavLst>
                                        <p:tav tm="0">
                                          <p:val>
                                            <p:fltVal val="90"/>
                                          </p:val>
                                        </p:tav>
                                        <p:tav tm="100000">
                                          <p:val>
                                            <p:fltVal val="0"/>
                                          </p:val>
                                        </p:tav>
                                      </p:tavLst>
                                    </p:anim>
                                    <p:animEffect transition="in" filter="fade">
                                      <p:cBhvr>
                                        <p:cTn id="16" dur="1000"/>
                                        <p:tgtEl>
                                          <p:spTgt spid="4"/>
                                        </p:tgtEl>
                                      </p:cBhvr>
                                    </p:animEffect>
                                  </p:childTnLst>
                                </p:cTn>
                              </p:par>
                            </p:childTnLst>
                          </p:cTn>
                        </p:par>
                      </p:childTnLst>
                    </p:cTn>
                  </p:par>
                  <p:par>
                    <p:cTn id="17" fill="hold">
                      <p:stCondLst>
                        <p:cond delay="indefinite"/>
                      </p:stCondLst>
                      <p:childTnLst>
                        <p:par>
                          <p:cTn id="18" fill="hold">
                            <p:stCondLst>
                              <p:cond delay="0"/>
                            </p:stCondLst>
                            <p:childTnLst>
                              <p:par>
                                <p:cTn id="19" presetID="31" presetClass="entr" presetSubtype="0" fill="hold" nodeType="clickEffect">
                                  <p:stCondLst>
                                    <p:cond delay="0"/>
                                  </p:stCondLst>
                                  <p:childTnLst>
                                    <p:set>
                                      <p:cBhvr>
                                        <p:cTn id="20" dur="1" fill="hold">
                                          <p:stCondLst>
                                            <p:cond delay="0"/>
                                          </p:stCondLst>
                                        </p:cTn>
                                        <p:tgtEl>
                                          <p:spTgt spid="2050"/>
                                        </p:tgtEl>
                                        <p:attrNameLst>
                                          <p:attrName>style.visibility</p:attrName>
                                        </p:attrNameLst>
                                      </p:cBhvr>
                                      <p:to>
                                        <p:strVal val="visible"/>
                                      </p:to>
                                    </p:set>
                                    <p:anim calcmode="lin" valueType="num">
                                      <p:cBhvr>
                                        <p:cTn id="21" dur="1000" fill="hold"/>
                                        <p:tgtEl>
                                          <p:spTgt spid="2050"/>
                                        </p:tgtEl>
                                        <p:attrNameLst>
                                          <p:attrName>ppt_w</p:attrName>
                                        </p:attrNameLst>
                                      </p:cBhvr>
                                      <p:tavLst>
                                        <p:tav tm="0">
                                          <p:val>
                                            <p:fltVal val="0"/>
                                          </p:val>
                                        </p:tav>
                                        <p:tav tm="100000">
                                          <p:val>
                                            <p:strVal val="#ppt_w"/>
                                          </p:val>
                                        </p:tav>
                                      </p:tavLst>
                                    </p:anim>
                                    <p:anim calcmode="lin" valueType="num">
                                      <p:cBhvr>
                                        <p:cTn id="22" dur="1000" fill="hold"/>
                                        <p:tgtEl>
                                          <p:spTgt spid="2050"/>
                                        </p:tgtEl>
                                        <p:attrNameLst>
                                          <p:attrName>ppt_h</p:attrName>
                                        </p:attrNameLst>
                                      </p:cBhvr>
                                      <p:tavLst>
                                        <p:tav tm="0">
                                          <p:val>
                                            <p:fltVal val="0"/>
                                          </p:val>
                                        </p:tav>
                                        <p:tav tm="100000">
                                          <p:val>
                                            <p:strVal val="#ppt_h"/>
                                          </p:val>
                                        </p:tav>
                                      </p:tavLst>
                                    </p:anim>
                                    <p:anim calcmode="lin" valueType="num">
                                      <p:cBhvr>
                                        <p:cTn id="23" dur="1000" fill="hold"/>
                                        <p:tgtEl>
                                          <p:spTgt spid="2050"/>
                                        </p:tgtEl>
                                        <p:attrNameLst>
                                          <p:attrName>style.rotation</p:attrName>
                                        </p:attrNameLst>
                                      </p:cBhvr>
                                      <p:tavLst>
                                        <p:tav tm="0">
                                          <p:val>
                                            <p:fltVal val="90"/>
                                          </p:val>
                                        </p:tav>
                                        <p:tav tm="100000">
                                          <p:val>
                                            <p:fltVal val="0"/>
                                          </p:val>
                                        </p:tav>
                                      </p:tavLst>
                                    </p:anim>
                                    <p:animEffect transition="in" filter="fade">
                                      <p:cBhvr>
                                        <p:cTn id="24" dur="1000"/>
                                        <p:tgtEl>
                                          <p:spTgt spid="2050"/>
                                        </p:tgtEl>
                                      </p:cBhvr>
                                    </p:animEffec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53" presetClass="entr" presetSubtype="16" fill="hold" nodeType="clickEffect">
                                  <p:stCondLst>
                                    <p:cond delay="0"/>
                                  </p:stCondLst>
                                  <p:childTnLst>
                                    <p:set>
                                      <p:cBhvr>
                                        <p:cTn id="32" dur="1" fill="hold">
                                          <p:stCondLst>
                                            <p:cond delay="0"/>
                                          </p:stCondLst>
                                        </p:cTn>
                                        <p:tgtEl>
                                          <p:spTgt spid="10"/>
                                        </p:tgtEl>
                                        <p:attrNameLst>
                                          <p:attrName>style.visibility</p:attrName>
                                        </p:attrNameLst>
                                      </p:cBhvr>
                                      <p:to>
                                        <p:strVal val="visible"/>
                                      </p:to>
                                    </p:set>
                                    <p:anim calcmode="lin" valueType="num">
                                      <p:cBhvr>
                                        <p:cTn id="33" dur="500" fill="hold"/>
                                        <p:tgtEl>
                                          <p:spTgt spid="10"/>
                                        </p:tgtEl>
                                        <p:attrNameLst>
                                          <p:attrName>ppt_w</p:attrName>
                                        </p:attrNameLst>
                                      </p:cBhvr>
                                      <p:tavLst>
                                        <p:tav tm="0">
                                          <p:val>
                                            <p:fltVal val="0"/>
                                          </p:val>
                                        </p:tav>
                                        <p:tav tm="100000">
                                          <p:val>
                                            <p:strVal val="#ppt_w"/>
                                          </p:val>
                                        </p:tav>
                                      </p:tavLst>
                                    </p:anim>
                                    <p:anim calcmode="lin" valueType="num">
                                      <p:cBhvr>
                                        <p:cTn id="34" dur="500" fill="hold"/>
                                        <p:tgtEl>
                                          <p:spTgt spid="10"/>
                                        </p:tgtEl>
                                        <p:attrNameLst>
                                          <p:attrName>ppt_h</p:attrName>
                                        </p:attrNameLst>
                                      </p:cBhvr>
                                      <p:tavLst>
                                        <p:tav tm="0">
                                          <p:val>
                                            <p:fltVal val="0"/>
                                          </p:val>
                                        </p:tav>
                                        <p:tav tm="100000">
                                          <p:val>
                                            <p:strVal val="#ppt_h"/>
                                          </p:val>
                                        </p:tav>
                                      </p:tavLst>
                                    </p:anim>
                                    <p:animEffect transition="in" filter="fade">
                                      <p:cBhvr>
                                        <p:cTn id="35" dur="500"/>
                                        <p:tgtEl>
                                          <p:spTgt spid="10"/>
                                        </p:tgtEl>
                                      </p:cBhvr>
                                    </p:animEffect>
                                  </p:childTnLst>
                                </p:cTn>
                              </p:par>
                            </p:childTnLst>
                          </p:cTn>
                        </p:par>
                      </p:childTnLst>
                    </p:cTn>
                  </p:par>
                  <p:par>
                    <p:cTn id="36" fill="hold">
                      <p:stCondLst>
                        <p:cond delay="indefinite"/>
                      </p:stCondLst>
                      <p:childTnLst>
                        <p:par>
                          <p:cTn id="37" fill="hold">
                            <p:stCondLst>
                              <p:cond delay="0"/>
                            </p:stCondLst>
                            <p:childTnLst>
                              <p:par>
                                <p:cTn id="38" presetID="2" presetClass="entr" presetSubtype="4" fill="hold" nodeType="clickEffect">
                                  <p:stCondLst>
                                    <p:cond delay="0"/>
                                  </p:stCondLst>
                                  <p:childTnLst>
                                    <p:set>
                                      <p:cBhvr>
                                        <p:cTn id="39" dur="1" fill="hold">
                                          <p:stCondLst>
                                            <p:cond delay="0"/>
                                          </p:stCondLst>
                                        </p:cTn>
                                        <p:tgtEl>
                                          <p:spTgt spid="2054"/>
                                        </p:tgtEl>
                                        <p:attrNameLst>
                                          <p:attrName>style.visibility</p:attrName>
                                        </p:attrNameLst>
                                      </p:cBhvr>
                                      <p:to>
                                        <p:strVal val="visible"/>
                                      </p:to>
                                    </p:set>
                                    <p:anim calcmode="lin" valueType="num">
                                      <p:cBhvr additive="base">
                                        <p:cTn id="40" dur="500" fill="hold"/>
                                        <p:tgtEl>
                                          <p:spTgt spid="2054"/>
                                        </p:tgtEl>
                                        <p:attrNameLst>
                                          <p:attrName>ppt_x</p:attrName>
                                        </p:attrNameLst>
                                      </p:cBhvr>
                                      <p:tavLst>
                                        <p:tav tm="0">
                                          <p:val>
                                            <p:strVal val="#ppt_x"/>
                                          </p:val>
                                        </p:tav>
                                        <p:tav tm="100000">
                                          <p:val>
                                            <p:strVal val="#ppt_x"/>
                                          </p:val>
                                        </p:tav>
                                      </p:tavLst>
                                    </p:anim>
                                    <p:anim calcmode="lin" valueType="num">
                                      <p:cBhvr additive="base">
                                        <p:cTn id="41" dur="500" fill="hold"/>
                                        <p:tgtEl>
                                          <p:spTgt spid="2054"/>
                                        </p:tgtEl>
                                        <p:attrNameLst>
                                          <p:attrName>ppt_y</p:attrName>
                                        </p:attrNameLst>
                                      </p:cBhvr>
                                      <p:tavLst>
                                        <p:tav tm="0">
                                          <p:val>
                                            <p:strVal val="1+#ppt_h/2"/>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53" presetClass="entr" presetSubtype="16" fill="hold" grpId="0" nodeType="clickEffect">
                                  <p:stCondLst>
                                    <p:cond delay="0"/>
                                  </p:stCondLst>
                                  <p:childTnLst>
                                    <p:set>
                                      <p:cBhvr>
                                        <p:cTn id="45" dur="1" fill="hold">
                                          <p:stCondLst>
                                            <p:cond delay="0"/>
                                          </p:stCondLst>
                                        </p:cTn>
                                        <p:tgtEl>
                                          <p:spTgt spid="16"/>
                                        </p:tgtEl>
                                        <p:attrNameLst>
                                          <p:attrName>style.visibility</p:attrName>
                                        </p:attrNameLst>
                                      </p:cBhvr>
                                      <p:to>
                                        <p:strVal val="visible"/>
                                      </p:to>
                                    </p:set>
                                    <p:anim calcmode="lin" valueType="num">
                                      <p:cBhvr>
                                        <p:cTn id="46" dur="500" fill="hold"/>
                                        <p:tgtEl>
                                          <p:spTgt spid="16"/>
                                        </p:tgtEl>
                                        <p:attrNameLst>
                                          <p:attrName>ppt_w</p:attrName>
                                        </p:attrNameLst>
                                      </p:cBhvr>
                                      <p:tavLst>
                                        <p:tav tm="0">
                                          <p:val>
                                            <p:fltVal val="0"/>
                                          </p:val>
                                        </p:tav>
                                        <p:tav tm="100000">
                                          <p:val>
                                            <p:strVal val="#ppt_w"/>
                                          </p:val>
                                        </p:tav>
                                      </p:tavLst>
                                    </p:anim>
                                    <p:anim calcmode="lin" valueType="num">
                                      <p:cBhvr>
                                        <p:cTn id="47" dur="500" fill="hold"/>
                                        <p:tgtEl>
                                          <p:spTgt spid="16"/>
                                        </p:tgtEl>
                                        <p:attrNameLst>
                                          <p:attrName>ppt_h</p:attrName>
                                        </p:attrNameLst>
                                      </p:cBhvr>
                                      <p:tavLst>
                                        <p:tav tm="0">
                                          <p:val>
                                            <p:fltVal val="0"/>
                                          </p:val>
                                        </p:tav>
                                        <p:tav tm="100000">
                                          <p:val>
                                            <p:strVal val="#ppt_h"/>
                                          </p:val>
                                        </p:tav>
                                      </p:tavLst>
                                    </p:anim>
                                    <p:animEffect transition="in" filter="fade">
                                      <p:cBhvr>
                                        <p:cTn id="48" dur="500"/>
                                        <p:tgtEl>
                                          <p:spTgt spid="16"/>
                                        </p:tgtEl>
                                      </p:cBhvr>
                                    </p:animEffect>
                                  </p:childTnLst>
                                </p:cTn>
                              </p:par>
                            </p:childTnLst>
                          </p:cTn>
                        </p:par>
                      </p:childTnLst>
                    </p:cTn>
                  </p:par>
                  <p:par>
                    <p:cTn id="49" fill="hold">
                      <p:stCondLst>
                        <p:cond delay="indefinite"/>
                      </p:stCondLst>
                      <p:childTnLst>
                        <p:par>
                          <p:cTn id="50" fill="hold">
                            <p:stCondLst>
                              <p:cond delay="0"/>
                            </p:stCondLst>
                            <p:childTnLst>
                              <p:par>
                                <p:cTn id="51" presetID="53" presetClass="entr" presetSubtype="16" fill="hold" nodeType="clickEffect">
                                  <p:stCondLst>
                                    <p:cond delay="0"/>
                                  </p:stCondLst>
                                  <p:childTnLst>
                                    <p:set>
                                      <p:cBhvr>
                                        <p:cTn id="52" dur="1" fill="hold">
                                          <p:stCondLst>
                                            <p:cond delay="0"/>
                                          </p:stCondLst>
                                        </p:cTn>
                                        <p:tgtEl>
                                          <p:spTgt spid="18"/>
                                        </p:tgtEl>
                                        <p:attrNameLst>
                                          <p:attrName>style.visibility</p:attrName>
                                        </p:attrNameLst>
                                      </p:cBhvr>
                                      <p:to>
                                        <p:strVal val="visible"/>
                                      </p:to>
                                    </p:set>
                                    <p:anim calcmode="lin" valueType="num">
                                      <p:cBhvr>
                                        <p:cTn id="53" dur="500" fill="hold"/>
                                        <p:tgtEl>
                                          <p:spTgt spid="18"/>
                                        </p:tgtEl>
                                        <p:attrNameLst>
                                          <p:attrName>ppt_w</p:attrName>
                                        </p:attrNameLst>
                                      </p:cBhvr>
                                      <p:tavLst>
                                        <p:tav tm="0">
                                          <p:val>
                                            <p:fltVal val="0"/>
                                          </p:val>
                                        </p:tav>
                                        <p:tav tm="100000">
                                          <p:val>
                                            <p:strVal val="#ppt_w"/>
                                          </p:val>
                                        </p:tav>
                                      </p:tavLst>
                                    </p:anim>
                                    <p:anim calcmode="lin" valueType="num">
                                      <p:cBhvr>
                                        <p:cTn id="54" dur="500" fill="hold"/>
                                        <p:tgtEl>
                                          <p:spTgt spid="18"/>
                                        </p:tgtEl>
                                        <p:attrNameLst>
                                          <p:attrName>ppt_h</p:attrName>
                                        </p:attrNameLst>
                                      </p:cBhvr>
                                      <p:tavLst>
                                        <p:tav tm="0">
                                          <p:val>
                                            <p:fltVal val="0"/>
                                          </p:val>
                                        </p:tav>
                                        <p:tav tm="100000">
                                          <p:val>
                                            <p:strVal val="#ppt_h"/>
                                          </p:val>
                                        </p:tav>
                                      </p:tavLst>
                                    </p:anim>
                                    <p:animEffect transition="in" filter="fade">
                                      <p:cBhvr>
                                        <p:cTn id="55" dur="500"/>
                                        <p:tgtEl>
                                          <p:spTgt spid="18"/>
                                        </p:tgtEl>
                                      </p:cBhvr>
                                    </p:animEffect>
                                  </p:childTnLst>
                                </p:cTn>
                              </p:par>
                            </p:childTnLst>
                          </p:cTn>
                        </p:par>
                      </p:childTnLst>
                    </p:cTn>
                  </p:par>
                  <p:par>
                    <p:cTn id="56" fill="hold">
                      <p:stCondLst>
                        <p:cond delay="indefinite"/>
                      </p:stCondLst>
                      <p:childTnLst>
                        <p:par>
                          <p:cTn id="57" fill="hold">
                            <p:stCondLst>
                              <p:cond delay="0"/>
                            </p:stCondLst>
                            <p:childTnLst>
                              <p:par>
                                <p:cTn id="58" presetID="53" presetClass="entr" presetSubtype="16" fill="hold" nodeType="clickEffect">
                                  <p:stCondLst>
                                    <p:cond delay="0"/>
                                  </p:stCondLst>
                                  <p:childTnLst>
                                    <p:set>
                                      <p:cBhvr>
                                        <p:cTn id="59" dur="1" fill="hold">
                                          <p:stCondLst>
                                            <p:cond delay="0"/>
                                          </p:stCondLst>
                                        </p:cTn>
                                        <p:tgtEl>
                                          <p:spTgt spid="2056"/>
                                        </p:tgtEl>
                                        <p:attrNameLst>
                                          <p:attrName>style.visibility</p:attrName>
                                        </p:attrNameLst>
                                      </p:cBhvr>
                                      <p:to>
                                        <p:strVal val="visible"/>
                                      </p:to>
                                    </p:set>
                                    <p:anim calcmode="lin" valueType="num">
                                      <p:cBhvr>
                                        <p:cTn id="60" dur="500" fill="hold"/>
                                        <p:tgtEl>
                                          <p:spTgt spid="2056"/>
                                        </p:tgtEl>
                                        <p:attrNameLst>
                                          <p:attrName>ppt_w</p:attrName>
                                        </p:attrNameLst>
                                      </p:cBhvr>
                                      <p:tavLst>
                                        <p:tav tm="0">
                                          <p:val>
                                            <p:fltVal val="0"/>
                                          </p:val>
                                        </p:tav>
                                        <p:tav tm="100000">
                                          <p:val>
                                            <p:strVal val="#ppt_w"/>
                                          </p:val>
                                        </p:tav>
                                      </p:tavLst>
                                    </p:anim>
                                    <p:anim calcmode="lin" valueType="num">
                                      <p:cBhvr>
                                        <p:cTn id="61" dur="500" fill="hold"/>
                                        <p:tgtEl>
                                          <p:spTgt spid="2056"/>
                                        </p:tgtEl>
                                        <p:attrNameLst>
                                          <p:attrName>ppt_h</p:attrName>
                                        </p:attrNameLst>
                                      </p:cBhvr>
                                      <p:tavLst>
                                        <p:tav tm="0">
                                          <p:val>
                                            <p:fltVal val="0"/>
                                          </p:val>
                                        </p:tav>
                                        <p:tav tm="100000">
                                          <p:val>
                                            <p:strVal val="#ppt_h"/>
                                          </p:val>
                                        </p:tav>
                                      </p:tavLst>
                                    </p:anim>
                                    <p:animEffect transition="in" filter="fade">
                                      <p:cBhvr>
                                        <p:cTn id="62" dur="500"/>
                                        <p:tgtEl>
                                          <p:spTgt spid="2056"/>
                                        </p:tgtEl>
                                      </p:cBhvr>
                                    </p:animEffect>
                                  </p:childTnLst>
                                </p:cTn>
                              </p:par>
                            </p:childTnLst>
                          </p:cTn>
                        </p:par>
                      </p:childTnLst>
                    </p:cTn>
                  </p:par>
                  <p:par>
                    <p:cTn id="63" fill="hold">
                      <p:stCondLst>
                        <p:cond delay="indefinite"/>
                      </p:stCondLst>
                      <p:childTnLst>
                        <p:par>
                          <p:cTn id="64" fill="hold">
                            <p:stCondLst>
                              <p:cond delay="0"/>
                            </p:stCondLst>
                            <p:childTnLst>
                              <p:par>
                                <p:cTn id="65" presetID="31" presetClass="entr" presetSubtype="0" fill="hold" nodeType="clickEffect">
                                  <p:stCondLst>
                                    <p:cond delay="0"/>
                                  </p:stCondLst>
                                  <p:childTnLst>
                                    <p:set>
                                      <p:cBhvr>
                                        <p:cTn id="66" dur="1" fill="hold">
                                          <p:stCondLst>
                                            <p:cond delay="0"/>
                                          </p:stCondLst>
                                        </p:cTn>
                                        <p:tgtEl>
                                          <p:spTgt spid="23">
                                            <p:txEl>
                                              <p:pRg st="0" end="0"/>
                                            </p:txEl>
                                          </p:spTgt>
                                        </p:tgtEl>
                                        <p:attrNameLst>
                                          <p:attrName>style.visibility</p:attrName>
                                        </p:attrNameLst>
                                      </p:cBhvr>
                                      <p:to>
                                        <p:strVal val="visible"/>
                                      </p:to>
                                    </p:set>
                                    <p:anim calcmode="lin" valueType="num">
                                      <p:cBhvr>
                                        <p:cTn id="67" dur="1000" fill="hold"/>
                                        <p:tgtEl>
                                          <p:spTgt spid="23">
                                            <p:txEl>
                                              <p:pRg st="0" end="0"/>
                                            </p:txEl>
                                          </p:spTgt>
                                        </p:tgtEl>
                                        <p:attrNameLst>
                                          <p:attrName>ppt_w</p:attrName>
                                        </p:attrNameLst>
                                      </p:cBhvr>
                                      <p:tavLst>
                                        <p:tav tm="0">
                                          <p:val>
                                            <p:fltVal val="0"/>
                                          </p:val>
                                        </p:tav>
                                        <p:tav tm="100000">
                                          <p:val>
                                            <p:strVal val="#ppt_w"/>
                                          </p:val>
                                        </p:tav>
                                      </p:tavLst>
                                    </p:anim>
                                    <p:anim calcmode="lin" valueType="num">
                                      <p:cBhvr>
                                        <p:cTn id="68" dur="1000" fill="hold"/>
                                        <p:tgtEl>
                                          <p:spTgt spid="23">
                                            <p:txEl>
                                              <p:pRg st="0" end="0"/>
                                            </p:txEl>
                                          </p:spTgt>
                                        </p:tgtEl>
                                        <p:attrNameLst>
                                          <p:attrName>ppt_h</p:attrName>
                                        </p:attrNameLst>
                                      </p:cBhvr>
                                      <p:tavLst>
                                        <p:tav tm="0">
                                          <p:val>
                                            <p:fltVal val="0"/>
                                          </p:val>
                                        </p:tav>
                                        <p:tav tm="100000">
                                          <p:val>
                                            <p:strVal val="#ppt_h"/>
                                          </p:val>
                                        </p:tav>
                                      </p:tavLst>
                                    </p:anim>
                                    <p:anim calcmode="lin" valueType="num">
                                      <p:cBhvr>
                                        <p:cTn id="69" dur="1000" fill="hold"/>
                                        <p:tgtEl>
                                          <p:spTgt spid="23">
                                            <p:txEl>
                                              <p:pRg st="0" end="0"/>
                                            </p:txEl>
                                          </p:spTgt>
                                        </p:tgtEl>
                                        <p:attrNameLst>
                                          <p:attrName>style.rotation</p:attrName>
                                        </p:attrNameLst>
                                      </p:cBhvr>
                                      <p:tavLst>
                                        <p:tav tm="0">
                                          <p:val>
                                            <p:fltVal val="90"/>
                                          </p:val>
                                        </p:tav>
                                        <p:tav tm="100000">
                                          <p:val>
                                            <p:fltVal val="0"/>
                                          </p:val>
                                        </p:tav>
                                      </p:tavLst>
                                    </p:anim>
                                    <p:animEffect transition="in" filter="fade">
                                      <p:cBhvr>
                                        <p:cTn id="70" dur="1000"/>
                                        <p:tgtEl>
                                          <p:spTgt spid="23">
                                            <p:txEl>
                                              <p:pRg st="0" end="0"/>
                                            </p:txEl>
                                          </p:spTgt>
                                        </p:tgtEl>
                                      </p:cBhvr>
                                    </p:animEffec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21"/>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2060"/>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25"/>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21" presetClass="entr" presetSubtype="1" fill="hold" grpId="0" nodeType="clickEffect">
                                  <p:stCondLst>
                                    <p:cond delay="0"/>
                                  </p:stCondLst>
                                  <p:childTnLst>
                                    <p:set>
                                      <p:cBhvr>
                                        <p:cTn id="86" dur="1" fill="hold">
                                          <p:stCondLst>
                                            <p:cond delay="0"/>
                                          </p:stCondLst>
                                        </p:cTn>
                                        <p:tgtEl>
                                          <p:spTgt spid="26"/>
                                        </p:tgtEl>
                                        <p:attrNameLst>
                                          <p:attrName>style.visibility</p:attrName>
                                        </p:attrNameLst>
                                      </p:cBhvr>
                                      <p:to>
                                        <p:strVal val="visible"/>
                                      </p:to>
                                    </p:set>
                                    <p:animEffect transition="in" filter="wheel(1)">
                                      <p:cBhvr>
                                        <p:cTn id="87" dur="2000"/>
                                        <p:tgtEl>
                                          <p:spTgt spid="26"/>
                                        </p:tgtEl>
                                      </p:cBhvr>
                                    </p:animEffect>
                                  </p:childTnLst>
                                </p:cTn>
                              </p:par>
                            </p:childTnLst>
                          </p:cTn>
                        </p:par>
                      </p:childTnLst>
                    </p:cTn>
                  </p:par>
                  <p:par>
                    <p:cTn id="88" fill="hold">
                      <p:stCondLst>
                        <p:cond delay="indefinite"/>
                      </p:stCondLst>
                      <p:childTnLst>
                        <p:par>
                          <p:cTn id="89" fill="hold">
                            <p:stCondLst>
                              <p:cond delay="0"/>
                            </p:stCondLst>
                            <p:childTnLst>
                              <p:par>
                                <p:cTn id="90" presetID="16" presetClass="entr" presetSubtype="21" fill="hold" grpId="0" nodeType="clickEffect">
                                  <p:stCondLst>
                                    <p:cond delay="0"/>
                                  </p:stCondLst>
                                  <p:childTnLst>
                                    <p:set>
                                      <p:cBhvr>
                                        <p:cTn id="91" dur="1" fill="hold">
                                          <p:stCondLst>
                                            <p:cond delay="0"/>
                                          </p:stCondLst>
                                        </p:cTn>
                                        <p:tgtEl>
                                          <p:spTgt spid="5"/>
                                        </p:tgtEl>
                                        <p:attrNameLst>
                                          <p:attrName>style.visibility</p:attrName>
                                        </p:attrNameLst>
                                      </p:cBhvr>
                                      <p:to>
                                        <p:strVal val="visible"/>
                                      </p:to>
                                    </p:set>
                                    <p:animEffect transition="in" filter="barn(inVertical)">
                                      <p:cBhvr>
                                        <p:cTn id="9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6" grpId="0"/>
      <p:bldP spid="25" grpId="0"/>
      <p:bldP spid="26"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eLearning">
            <a:extLst>
              <a:ext uri="{FF2B5EF4-FFF2-40B4-BE49-F238E27FC236}">
                <a16:creationId xmlns:a16="http://schemas.microsoft.com/office/drawing/2014/main" id="{947E233B-B977-C6A1-D706-0755C14D19E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3717" y="5578997"/>
            <a:ext cx="2096886" cy="1200439"/>
          </a:xfrm>
          <a:prstGeom prst="rect">
            <a:avLst/>
          </a:prstGeom>
          <a:noFill/>
          <a:extLst>
            <a:ext uri="{909E8E84-426E-40DD-AFC4-6F175D3DCCD1}">
              <a14:hiddenFill xmlns:a14="http://schemas.microsoft.com/office/drawing/2010/main">
                <a:solidFill>
                  <a:srgbClr val="FFFFFF"/>
                </a:solidFill>
              </a14:hiddenFill>
            </a:ext>
          </a:extLst>
        </p:spPr>
      </p:pic>
      <p:sp>
        <p:nvSpPr>
          <p:cNvPr id="7" name="Oval 6">
            <a:extLst>
              <a:ext uri="{FF2B5EF4-FFF2-40B4-BE49-F238E27FC236}">
                <a16:creationId xmlns:a16="http://schemas.microsoft.com/office/drawing/2014/main" id="{080D37B6-31E1-794F-78A8-D263810D14E0}"/>
              </a:ext>
            </a:extLst>
          </p:cNvPr>
          <p:cNvSpPr/>
          <p:nvPr/>
        </p:nvSpPr>
        <p:spPr>
          <a:xfrm>
            <a:off x="2974694" y="451413"/>
            <a:ext cx="6099858" cy="1076445"/>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t>GROUP ACCOUNTS/CONSOLIDATION</a:t>
            </a:r>
          </a:p>
        </p:txBody>
      </p:sp>
      <p:cxnSp>
        <p:nvCxnSpPr>
          <p:cNvPr id="9" name="Straight Arrow Connector 8">
            <a:extLst>
              <a:ext uri="{FF2B5EF4-FFF2-40B4-BE49-F238E27FC236}">
                <a16:creationId xmlns:a16="http://schemas.microsoft.com/office/drawing/2014/main" id="{FAC5C675-CD46-5958-290C-D3B37432A437}"/>
              </a:ext>
            </a:extLst>
          </p:cNvPr>
          <p:cNvCxnSpPr>
            <a:cxnSpLocks/>
            <a:endCxn id="12" idx="0"/>
          </p:cNvCxnSpPr>
          <p:nvPr/>
        </p:nvCxnSpPr>
        <p:spPr>
          <a:xfrm flipH="1">
            <a:off x="2199191" y="1365812"/>
            <a:ext cx="1643604" cy="71657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2" name="Rectangle 11">
            <a:extLst>
              <a:ext uri="{FF2B5EF4-FFF2-40B4-BE49-F238E27FC236}">
                <a16:creationId xmlns:a16="http://schemas.microsoft.com/office/drawing/2014/main" id="{6653F7D4-D6BB-FEAD-8A5A-64AB7CDFC144}"/>
              </a:ext>
            </a:extLst>
          </p:cNvPr>
          <p:cNvSpPr/>
          <p:nvPr/>
        </p:nvSpPr>
        <p:spPr>
          <a:xfrm>
            <a:off x="1412112" y="2082385"/>
            <a:ext cx="1574157" cy="741573"/>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sz="1500" dirty="0"/>
              <a:t>PAS 27</a:t>
            </a:r>
          </a:p>
          <a:p>
            <a:pPr algn="ctr"/>
            <a:r>
              <a:rPr lang="en-US" sz="1500" dirty="0"/>
              <a:t>Separate Financial Statement</a:t>
            </a:r>
          </a:p>
        </p:txBody>
      </p:sp>
      <p:sp>
        <p:nvSpPr>
          <p:cNvPr id="15" name="TextBox 14">
            <a:extLst>
              <a:ext uri="{FF2B5EF4-FFF2-40B4-BE49-F238E27FC236}">
                <a16:creationId xmlns:a16="http://schemas.microsoft.com/office/drawing/2014/main" id="{734CF9B9-3442-29A2-EB9B-8D44D96FCDF7}"/>
              </a:ext>
            </a:extLst>
          </p:cNvPr>
          <p:cNvSpPr txBox="1"/>
          <p:nvPr/>
        </p:nvSpPr>
        <p:spPr>
          <a:xfrm>
            <a:off x="1342663" y="2996784"/>
            <a:ext cx="4282631" cy="646331"/>
          </a:xfrm>
          <a:prstGeom prst="rect">
            <a:avLst/>
          </a:prstGeom>
          <a:noFill/>
        </p:spPr>
        <p:txBody>
          <a:bodyPr wrap="square" rtlCol="0">
            <a:spAutoFit/>
          </a:bodyPr>
          <a:lstStyle/>
          <a:p>
            <a:r>
              <a:rPr lang="en-US" sz="1200" dirty="0"/>
              <a:t>-Presenting Separate Financial </a:t>
            </a:r>
          </a:p>
          <a:p>
            <a:r>
              <a:rPr lang="en-US" sz="1200" dirty="0"/>
              <a:t>Statements (Investor)</a:t>
            </a:r>
          </a:p>
          <a:p>
            <a:r>
              <a:rPr lang="en-US" sz="1200" dirty="0"/>
              <a:t>-Investee Presented in One line</a:t>
            </a:r>
          </a:p>
        </p:txBody>
      </p:sp>
      <p:cxnSp>
        <p:nvCxnSpPr>
          <p:cNvPr id="17" name="Straight Arrow Connector 16">
            <a:extLst>
              <a:ext uri="{FF2B5EF4-FFF2-40B4-BE49-F238E27FC236}">
                <a16:creationId xmlns:a16="http://schemas.microsoft.com/office/drawing/2014/main" id="{534A669E-124B-427F-FF3C-D7FE3DBBD205}"/>
              </a:ext>
            </a:extLst>
          </p:cNvPr>
          <p:cNvCxnSpPr>
            <a:cxnSpLocks/>
          </p:cNvCxnSpPr>
          <p:nvPr/>
        </p:nvCxnSpPr>
        <p:spPr>
          <a:xfrm flipH="1">
            <a:off x="4271058" y="1473734"/>
            <a:ext cx="347240" cy="61759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0" name="Rectangle 19">
            <a:extLst>
              <a:ext uri="{FF2B5EF4-FFF2-40B4-BE49-F238E27FC236}">
                <a16:creationId xmlns:a16="http://schemas.microsoft.com/office/drawing/2014/main" id="{BF0B0DA2-8CE5-52A5-90FE-3504B1186FD7}"/>
              </a:ext>
            </a:extLst>
          </p:cNvPr>
          <p:cNvSpPr/>
          <p:nvPr/>
        </p:nvSpPr>
        <p:spPr>
          <a:xfrm>
            <a:off x="3483979" y="2125012"/>
            <a:ext cx="1574157" cy="741573"/>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sz="1500" dirty="0"/>
              <a:t>PAS 27</a:t>
            </a:r>
          </a:p>
          <a:p>
            <a:pPr algn="ctr"/>
            <a:r>
              <a:rPr lang="en-US" sz="1500" dirty="0"/>
              <a:t>Separate Financial Statement</a:t>
            </a:r>
          </a:p>
        </p:txBody>
      </p:sp>
      <p:sp>
        <p:nvSpPr>
          <p:cNvPr id="22" name="TextBox 21">
            <a:extLst>
              <a:ext uri="{FF2B5EF4-FFF2-40B4-BE49-F238E27FC236}">
                <a16:creationId xmlns:a16="http://schemas.microsoft.com/office/drawing/2014/main" id="{B0C992E2-7E4B-21F3-AAF9-2F169118CBE3}"/>
              </a:ext>
            </a:extLst>
          </p:cNvPr>
          <p:cNvSpPr txBox="1"/>
          <p:nvPr/>
        </p:nvSpPr>
        <p:spPr>
          <a:xfrm>
            <a:off x="3614196" y="2996784"/>
            <a:ext cx="1710158" cy="1015663"/>
          </a:xfrm>
          <a:prstGeom prst="rect">
            <a:avLst/>
          </a:prstGeom>
          <a:noFill/>
        </p:spPr>
        <p:txBody>
          <a:bodyPr wrap="square">
            <a:spAutoFit/>
          </a:bodyPr>
          <a:lstStyle/>
          <a:p>
            <a:r>
              <a:rPr lang="en-US" sz="1200" dirty="0"/>
              <a:t>-Accounting for Associates and Joint Venture</a:t>
            </a:r>
          </a:p>
          <a:p>
            <a:r>
              <a:rPr lang="en-US" sz="1200" dirty="0"/>
              <a:t>- Mention of the Equity Method</a:t>
            </a:r>
          </a:p>
        </p:txBody>
      </p:sp>
      <p:cxnSp>
        <p:nvCxnSpPr>
          <p:cNvPr id="24" name="Straight Arrow Connector 23">
            <a:extLst>
              <a:ext uri="{FF2B5EF4-FFF2-40B4-BE49-F238E27FC236}">
                <a16:creationId xmlns:a16="http://schemas.microsoft.com/office/drawing/2014/main" id="{06D4FC8C-CC68-F55D-5B83-3BB90E320D27}"/>
              </a:ext>
            </a:extLst>
          </p:cNvPr>
          <p:cNvCxnSpPr>
            <a:cxnSpLocks/>
          </p:cNvCxnSpPr>
          <p:nvPr/>
        </p:nvCxnSpPr>
        <p:spPr>
          <a:xfrm>
            <a:off x="6065134" y="1527858"/>
            <a:ext cx="0" cy="55452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6" name="Rectangle 25">
            <a:extLst>
              <a:ext uri="{FF2B5EF4-FFF2-40B4-BE49-F238E27FC236}">
                <a16:creationId xmlns:a16="http://schemas.microsoft.com/office/drawing/2014/main" id="{889E84DE-9AF4-C9A1-F3BE-26ACFFFA4F39}"/>
              </a:ext>
            </a:extLst>
          </p:cNvPr>
          <p:cNvSpPr/>
          <p:nvPr/>
        </p:nvSpPr>
        <p:spPr>
          <a:xfrm>
            <a:off x="5324354" y="2125012"/>
            <a:ext cx="1574157" cy="741573"/>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sz="1500" dirty="0"/>
              <a:t>PFRS 3 </a:t>
            </a:r>
          </a:p>
          <a:p>
            <a:pPr algn="ctr"/>
            <a:r>
              <a:rPr lang="en-US" sz="1500" dirty="0"/>
              <a:t>Business Combination</a:t>
            </a:r>
          </a:p>
        </p:txBody>
      </p:sp>
      <p:sp>
        <p:nvSpPr>
          <p:cNvPr id="31" name="TextBox 30">
            <a:extLst>
              <a:ext uri="{FF2B5EF4-FFF2-40B4-BE49-F238E27FC236}">
                <a16:creationId xmlns:a16="http://schemas.microsoft.com/office/drawing/2014/main" id="{CC9F24FA-CB48-B97F-808C-6D09AD5E9882}"/>
              </a:ext>
            </a:extLst>
          </p:cNvPr>
          <p:cNvSpPr txBox="1"/>
          <p:nvPr/>
        </p:nvSpPr>
        <p:spPr>
          <a:xfrm>
            <a:off x="5324354" y="2996784"/>
            <a:ext cx="6094070" cy="830997"/>
          </a:xfrm>
          <a:prstGeom prst="rect">
            <a:avLst/>
          </a:prstGeom>
          <a:noFill/>
        </p:spPr>
        <p:txBody>
          <a:bodyPr wrap="square">
            <a:spAutoFit/>
          </a:bodyPr>
          <a:lstStyle/>
          <a:p>
            <a:r>
              <a:rPr lang="en-US" sz="1200" dirty="0"/>
              <a:t>-Defines Business Combination</a:t>
            </a:r>
          </a:p>
          <a:p>
            <a:r>
              <a:rPr lang="en-US" sz="1200" dirty="0"/>
              <a:t>-Recognition</a:t>
            </a:r>
          </a:p>
          <a:p>
            <a:r>
              <a:rPr lang="en-US" sz="1200" dirty="0"/>
              <a:t>-Measurements:</a:t>
            </a:r>
          </a:p>
          <a:p>
            <a:r>
              <a:rPr lang="en-US" sz="1200" dirty="0"/>
              <a:t>Asset Liabilities GW &amp; NCI</a:t>
            </a:r>
          </a:p>
        </p:txBody>
      </p:sp>
      <p:cxnSp>
        <p:nvCxnSpPr>
          <p:cNvPr id="35" name="Straight Arrow Connector 34">
            <a:extLst>
              <a:ext uri="{FF2B5EF4-FFF2-40B4-BE49-F238E27FC236}">
                <a16:creationId xmlns:a16="http://schemas.microsoft.com/office/drawing/2014/main" id="{EEAD6F20-981C-685B-DA04-5E26D75DCED3}"/>
              </a:ext>
            </a:extLst>
          </p:cNvPr>
          <p:cNvCxnSpPr>
            <a:cxnSpLocks/>
            <a:endCxn id="37" idx="0"/>
          </p:cNvCxnSpPr>
          <p:nvPr/>
        </p:nvCxnSpPr>
        <p:spPr>
          <a:xfrm>
            <a:off x="7380792" y="1473734"/>
            <a:ext cx="917773" cy="65127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7" name="Rectangle 36">
            <a:extLst>
              <a:ext uri="{FF2B5EF4-FFF2-40B4-BE49-F238E27FC236}">
                <a16:creationId xmlns:a16="http://schemas.microsoft.com/office/drawing/2014/main" id="{DD6B78CF-85A9-8001-67FF-C64BBA45C482}"/>
              </a:ext>
            </a:extLst>
          </p:cNvPr>
          <p:cNvSpPr/>
          <p:nvPr/>
        </p:nvSpPr>
        <p:spPr>
          <a:xfrm>
            <a:off x="7379824" y="2125012"/>
            <a:ext cx="1837482" cy="741573"/>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sz="1500" dirty="0"/>
              <a:t>PFRS 10 </a:t>
            </a:r>
          </a:p>
          <a:p>
            <a:pPr algn="ctr"/>
            <a:r>
              <a:rPr lang="en-US" sz="1500" dirty="0"/>
              <a:t>Consolidated Financial Statements</a:t>
            </a:r>
          </a:p>
        </p:txBody>
      </p:sp>
      <p:sp>
        <p:nvSpPr>
          <p:cNvPr id="40" name="TextBox 39">
            <a:extLst>
              <a:ext uri="{FF2B5EF4-FFF2-40B4-BE49-F238E27FC236}">
                <a16:creationId xmlns:a16="http://schemas.microsoft.com/office/drawing/2014/main" id="{6CF00D33-0262-85CD-D552-D359382F47B5}"/>
              </a:ext>
            </a:extLst>
          </p:cNvPr>
          <p:cNvSpPr txBox="1"/>
          <p:nvPr/>
        </p:nvSpPr>
        <p:spPr>
          <a:xfrm>
            <a:off x="7503289" y="2926277"/>
            <a:ext cx="6094070" cy="830997"/>
          </a:xfrm>
          <a:prstGeom prst="rect">
            <a:avLst/>
          </a:prstGeom>
          <a:noFill/>
        </p:spPr>
        <p:txBody>
          <a:bodyPr wrap="square">
            <a:spAutoFit/>
          </a:bodyPr>
          <a:lstStyle/>
          <a:p>
            <a:r>
              <a:rPr lang="en-US" sz="1200" dirty="0"/>
              <a:t>-Control</a:t>
            </a:r>
          </a:p>
          <a:p>
            <a:r>
              <a:rPr lang="en-US" sz="1200" dirty="0"/>
              <a:t>-Consolidated Financial  Statements</a:t>
            </a:r>
          </a:p>
          <a:p>
            <a:r>
              <a:rPr lang="en-US" sz="1200" dirty="0"/>
              <a:t>-Procedures</a:t>
            </a:r>
          </a:p>
          <a:p>
            <a:r>
              <a:rPr lang="en-US" sz="1200" dirty="0"/>
              <a:t>-Investment Entities </a:t>
            </a:r>
          </a:p>
        </p:txBody>
      </p:sp>
      <p:cxnSp>
        <p:nvCxnSpPr>
          <p:cNvPr id="41" name="Straight Arrow Connector 40">
            <a:extLst>
              <a:ext uri="{FF2B5EF4-FFF2-40B4-BE49-F238E27FC236}">
                <a16:creationId xmlns:a16="http://schemas.microsoft.com/office/drawing/2014/main" id="{F21A1621-9647-7165-D2D9-B41A4E2F87E5}"/>
              </a:ext>
            </a:extLst>
          </p:cNvPr>
          <p:cNvCxnSpPr>
            <a:cxnSpLocks/>
            <a:endCxn id="45" idx="0"/>
          </p:cNvCxnSpPr>
          <p:nvPr/>
        </p:nvCxnSpPr>
        <p:spPr>
          <a:xfrm>
            <a:off x="8623138" y="1277398"/>
            <a:ext cx="1927186" cy="86365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5" name="Rectangle 44">
            <a:extLst>
              <a:ext uri="{FF2B5EF4-FFF2-40B4-BE49-F238E27FC236}">
                <a16:creationId xmlns:a16="http://schemas.microsoft.com/office/drawing/2014/main" id="{FBC2BFB7-A4A5-3E4D-BAEA-4C390597C875}"/>
              </a:ext>
            </a:extLst>
          </p:cNvPr>
          <p:cNvSpPr/>
          <p:nvPr/>
        </p:nvSpPr>
        <p:spPr>
          <a:xfrm>
            <a:off x="9631583" y="2141052"/>
            <a:ext cx="1837482" cy="741573"/>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sz="1500" dirty="0"/>
              <a:t>PFRS 11 Joint Arrangement</a:t>
            </a:r>
          </a:p>
        </p:txBody>
      </p:sp>
      <p:sp>
        <p:nvSpPr>
          <p:cNvPr id="47" name="TextBox 46">
            <a:extLst>
              <a:ext uri="{FF2B5EF4-FFF2-40B4-BE49-F238E27FC236}">
                <a16:creationId xmlns:a16="http://schemas.microsoft.com/office/drawing/2014/main" id="{F2627CD9-A873-2F65-20E0-EF640B459464}"/>
              </a:ext>
            </a:extLst>
          </p:cNvPr>
          <p:cNvSpPr txBox="1"/>
          <p:nvPr/>
        </p:nvSpPr>
        <p:spPr>
          <a:xfrm>
            <a:off x="9754565" y="2889173"/>
            <a:ext cx="6094070" cy="461665"/>
          </a:xfrm>
          <a:prstGeom prst="rect">
            <a:avLst/>
          </a:prstGeom>
          <a:noFill/>
        </p:spPr>
        <p:txBody>
          <a:bodyPr wrap="square">
            <a:spAutoFit/>
          </a:bodyPr>
          <a:lstStyle/>
          <a:p>
            <a:r>
              <a:rPr lang="en-US" sz="1200" dirty="0"/>
              <a:t>-Joint Venture</a:t>
            </a:r>
          </a:p>
          <a:p>
            <a:r>
              <a:rPr lang="en-US" sz="1200" dirty="0"/>
              <a:t>-Joint Operations</a:t>
            </a:r>
          </a:p>
        </p:txBody>
      </p:sp>
      <p:sp>
        <p:nvSpPr>
          <p:cNvPr id="48" name="Oval 47">
            <a:extLst>
              <a:ext uri="{FF2B5EF4-FFF2-40B4-BE49-F238E27FC236}">
                <a16:creationId xmlns:a16="http://schemas.microsoft.com/office/drawing/2014/main" id="{BE7E4395-49A5-783E-4A4B-776E022201A4}"/>
              </a:ext>
            </a:extLst>
          </p:cNvPr>
          <p:cNvSpPr/>
          <p:nvPr/>
        </p:nvSpPr>
        <p:spPr>
          <a:xfrm>
            <a:off x="2488557" y="4398380"/>
            <a:ext cx="7143026" cy="827820"/>
          </a:xfrm>
          <a:prstGeom prst="ellipse">
            <a:avLst/>
          </a:prstGeom>
          <a:ln/>
        </p:spPr>
        <p:style>
          <a:lnRef idx="2">
            <a:schemeClr val="accent2"/>
          </a:lnRef>
          <a:fillRef idx="1">
            <a:schemeClr val="lt1"/>
          </a:fillRef>
          <a:effectRef idx="0">
            <a:schemeClr val="accent2"/>
          </a:effectRef>
          <a:fontRef idx="minor">
            <a:schemeClr val="dk1"/>
          </a:fontRef>
        </p:style>
        <p:txBody>
          <a:bodyPr rtlCol="0" anchor="ctr"/>
          <a:lstStyle/>
          <a:p>
            <a:pPr algn="ctr"/>
            <a:r>
              <a:rPr lang="en-US" b="1" dirty="0"/>
              <a:t>PFRS 12 Disclosure of Interest in Other Entities</a:t>
            </a:r>
          </a:p>
        </p:txBody>
      </p:sp>
    </p:spTree>
    <p:extLst>
      <p:ext uri="{BB962C8B-B14F-4D97-AF65-F5344CB8AC3E}">
        <p14:creationId xmlns:p14="http://schemas.microsoft.com/office/powerpoint/2010/main" val="23143940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circle(in)">
                                      <p:cBhvr>
                                        <p:cTn id="7" dur="20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53" presetClass="entr" presetSubtype="16" fill="hold" grpId="0" nodeType="clickEffect">
                                  <p:stCondLst>
                                    <p:cond delay="0"/>
                                  </p:stCondLst>
                                  <p:childTnLst>
                                    <p:set>
                                      <p:cBhvr>
                                        <p:cTn id="15" dur="1" fill="hold">
                                          <p:stCondLst>
                                            <p:cond delay="0"/>
                                          </p:stCondLst>
                                        </p:cTn>
                                        <p:tgtEl>
                                          <p:spTgt spid="12"/>
                                        </p:tgtEl>
                                        <p:attrNameLst>
                                          <p:attrName>style.visibility</p:attrName>
                                        </p:attrNameLst>
                                      </p:cBhvr>
                                      <p:to>
                                        <p:strVal val="visible"/>
                                      </p:to>
                                    </p:set>
                                    <p:anim calcmode="lin" valueType="num">
                                      <p:cBhvr>
                                        <p:cTn id="16" dur="500" fill="hold"/>
                                        <p:tgtEl>
                                          <p:spTgt spid="12"/>
                                        </p:tgtEl>
                                        <p:attrNameLst>
                                          <p:attrName>ppt_w</p:attrName>
                                        </p:attrNameLst>
                                      </p:cBhvr>
                                      <p:tavLst>
                                        <p:tav tm="0">
                                          <p:val>
                                            <p:fltVal val="0"/>
                                          </p:val>
                                        </p:tav>
                                        <p:tav tm="100000">
                                          <p:val>
                                            <p:strVal val="#ppt_w"/>
                                          </p:val>
                                        </p:tav>
                                      </p:tavLst>
                                    </p:anim>
                                    <p:anim calcmode="lin" valueType="num">
                                      <p:cBhvr>
                                        <p:cTn id="17" dur="500" fill="hold"/>
                                        <p:tgtEl>
                                          <p:spTgt spid="12"/>
                                        </p:tgtEl>
                                        <p:attrNameLst>
                                          <p:attrName>ppt_h</p:attrName>
                                        </p:attrNameLst>
                                      </p:cBhvr>
                                      <p:tavLst>
                                        <p:tav tm="0">
                                          <p:val>
                                            <p:fltVal val="0"/>
                                          </p:val>
                                        </p:tav>
                                        <p:tav tm="100000">
                                          <p:val>
                                            <p:strVal val="#ppt_h"/>
                                          </p:val>
                                        </p:tav>
                                      </p:tavLst>
                                    </p:anim>
                                    <p:animEffect transition="in" filter="fade">
                                      <p:cBhvr>
                                        <p:cTn id="18" dur="500"/>
                                        <p:tgtEl>
                                          <p:spTgt spid="12"/>
                                        </p:tgtEl>
                                      </p:cBhvr>
                                    </p:animEffect>
                                  </p:childTnLst>
                                </p:cTn>
                              </p:par>
                            </p:childTnLst>
                          </p:cTn>
                        </p:par>
                      </p:childTnLst>
                    </p:cTn>
                  </p:par>
                  <p:par>
                    <p:cTn id="19" fill="hold">
                      <p:stCondLst>
                        <p:cond delay="indefinite"/>
                      </p:stCondLst>
                      <p:childTnLst>
                        <p:par>
                          <p:cTn id="20" fill="hold">
                            <p:stCondLst>
                              <p:cond delay="0"/>
                            </p:stCondLst>
                            <p:childTnLst>
                              <p:par>
                                <p:cTn id="21" presetID="53"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 calcmode="lin" valueType="num">
                                      <p:cBhvr>
                                        <p:cTn id="23" dur="500" fill="hold"/>
                                        <p:tgtEl>
                                          <p:spTgt spid="15"/>
                                        </p:tgtEl>
                                        <p:attrNameLst>
                                          <p:attrName>ppt_w</p:attrName>
                                        </p:attrNameLst>
                                      </p:cBhvr>
                                      <p:tavLst>
                                        <p:tav tm="0">
                                          <p:val>
                                            <p:fltVal val="0"/>
                                          </p:val>
                                        </p:tav>
                                        <p:tav tm="100000">
                                          <p:val>
                                            <p:strVal val="#ppt_w"/>
                                          </p:val>
                                        </p:tav>
                                      </p:tavLst>
                                    </p:anim>
                                    <p:anim calcmode="lin" valueType="num">
                                      <p:cBhvr>
                                        <p:cTn id="24" dur="500" fill="hold"/>
                                        <p:tgtEl>
                                          <p:spTgt spid="15"/>
                                        </p:tgtEl>
                                        <p:attrNameLst>
                                          <p:attrName>ppt_h</p:attrName>
                                        </p:attrNameLst>
                                      </p:cBhvr>
                                      <p:tavLst>
                                        <p:tav tm="0">
                                          <p:val>
                                            <p:fltVal val="0"/>
                                          </p:val>
                                        </p:tav>
                                        <p:tav tm="100000">
                                          <p:val>
                                            <p:strVal val="#ppt_h"/>
                                          </p:val>
                                        </p:tav>
                                      </p:tavLst>
                                    </p:anim>
                                    <p:animEffect transition="in" filter="fade">
                                      <p:cBhvr>
                                        <p:cTn id="25" dur="500"/>
                                        <p:tgtEl>
                                          <p:spTgt spid="15"/>
                                        </p:tgtEl>
                                      </p:cBhvr>
                                    </p:animEffect>
                                  </p:childTnLst>
                                </p:cTn>
                              </p:par>
                            </p:childTnLst>
                          </p:cTn>
                        </p:par>
                      </p:childTnLst>
                    </p:cTn>
                  </p:par>
                  <p:par>
                    <p:cTn id="26" fill="hold">
                      <p:stCondLst>
                        <p:cond delay="indefinite"/>
                      </p:stCondLst>
                      <p:childTnLst>
                        <p:par>
                          <p:cTn id="27" fill="hold">
                            <p:stCondLst>
                              <p:cond delay="0"/>
                            </p:stCondLst>
                            <p:childTnLst>
                              <p:par>
                                <p:cTn id="28" presetID="53" presetClass="entr" presetSubtype="16" fill="hold" nodeType="clickEffect">
                                  <p:stCondLst>
                                    <p:cond delay="0"/>
                                  </p:stCondLst>
                                  <p:childTnLst>
                                    <p:set>
                                      <p:cBhvr>
                                        <p:cTn id="29" dur="1" fill="hold">
                                          <p:stCondLst>
                                            <p:cond delay="0"/>
                                          </p:stCondLst>
                                        </p:cTn>
                                        <p:tgtEl>
                                          <p:spTgt spid="17"/>
                                        </p:tgtEl>
                                        <p:attrNameLst>
                                          <p:attrName>style.visibility</p:attrName>
                                        </p:attrNameLst>
                                      </p:cBhvr>
                                      <p:to>
                                        <p:strVal val="visible"/>
                                      </p:to>
                                    </p:set>
                                    <p:anim calcmode="lin" valueType="num">
                                      <p:cBhvr>
                                        <p:cTn id="30" dur="500" fill="hold"/>
                                        <p:tgtEl>
                                          <p:spTgt spid="17"/>
                                        </p:tgtEl>
                                        <p:attrNameLst>
                                          <p:attrName>ppt_w</p:attrName>
                                        </p:attrNameLst>
                                      </p:cBhvr>
                                      <p:tavLst>
                                        <p:tav tm="0">
                                          <p:val>
                                            <p:fltVal val="0"/>
                                          </p:val>
                                        </p:tav>
                                        <p:tav tm="100000">
                                          <p:val>
                                            <p:strVal val="#ppt_w"/>
                                          </p:val>
                                        </p:tav>
                                      </p:tavLst>
                                    </p:anim>
                                    <p:anim calcmode="lin" valueType="num">
                                      <p:cBhvr>
                                        <p:cTn id="31" dur="500" fill="hold"/>
                                        <p:tgtEl>
                                          <p:spTgt spid="17"/>
                                        </p:tgtEl>
                                        <p:attrNameLst>
                                          <p:attrName>ppt_h</p:attrName>
                                        </p:attrNameLst>
                                      </p:cBhvr>
                                      <p:tavLst>
                                        <p:tav tm="0">
                                          <p:val>
                                            <p:fltVal val="0"/>
                                          </p:val>
                                        </p:tav>
                                        <p:tav tm="100000">
                                          <p:val>
                                            <p:strVal val="#ppt_h"/>
                                          </p:val>
                                        </p:tav>
                                      </p:tavLst>
                                    </p:anim>
                                    <p:animEffect transition="in" filter="fade">
                                      <p:cBhvr>
                                        <p:cTn id="32" dur="500"/>
                                        <p:tgtEl>
                                          <p:spTgt spid="17"/>
                                        </p:tgtEl>
                                      </p:cBhvr>
                                    </p:animEffect>
                                  </p:childTnLst>
                                </p:cTn>
                              </p:par>
                            </p:childTnLst>
                          </p:cTn>
                        </p:par>
                      </p:childTnLst>
                    </p:cTn>
                  </p:par>
                  <p:par>
                    <p:cTn id="33" fill="hold">
                      <p:stCondLst>
                        <p:cond delay="indefinite"/>
                      </p:stCondLst>
                      <p:childTnLst>
                        <p:par>
                          <p:cTn id="34" fill="hold">
                            <p:stCondLst>
                              <p:cond delay="0"/>
                            </p:stCondLst>
                            <p:childTnLst>
                              <p:par>
                                <p:cTn id="35" presetID="53" presetClass="entr" presetSubtype="16" fill="hold" grpId="0" nodeType="clickEffect">
                                  <p:stCondLst>
                                    <p:cond delay="0"/>
                                  </p:stCondLst>
                                  <p:childTnLst>
                                    <p:set>
                                      <p:cBhvr>
                                        <p:cTn id="36" dur="1" fill="hold">
                                          <p:stCondLst>
                                            <p:cond delay="0"/>
                                          </p:stCondLst>
                                        </p:cTn>
                                        <p:tgtEl>
                                          <p:spTgt spid="20"/>
                                        </p:tgtEl>
                                        <p:attrNameLst>
                                          <p:attrName>style.visibility</p:attrName>
                                        </p:attrNameLst>
                                      </p:cBhvr>
                                      <p:to>
                                        <p:strVal val="visible"/>
                                      </p:to>
                                    </p:set>
                                    <p:anim calcmode="lin" valueType="num">
                                      <p:cBhvr>
                                        <p:cTn id="37" dur="500" fill="hold"/>
                                        <p:tgtEl>
                                          <p:spTgt spid="20"/>
                                        </p:tgtEl>
                                        <p:attrNameLst>
                                          <p:attrName>ppt_w</p:attrName>
                                        </p:attrNameLst>
                                      </p:cBhvr>
                                      <p:tavLst>
                                        <p:tav tm="0">
                                          <p:val>
                                            <p:fltVal val="0"/>
                                          </p:val>
                                        </p:tav>
                                        <p:tav tm="100000">
                                          <p:val>
                                            <p:strVal val="#ppt_w"/>
                                          </p:val>
                                        </p:tav>
                                      </p:tavLst>
                                    </p:anim>
                                    <p:anim calcmode="lin" valueType="num">
                                      <p:cBhvr>
                                        <p:cTn id="38" dur="500" fill="hold"/>
                                        <p:tgtEl>
                                          <p:spTgt spid="20"/>
                                        </p:tgtEl>
                                        <p:attrNameLst>
                                          <p:attrName>ppt_h</p:attrName>
                                        </p:attrNameLst>
                                      </p:cBhvr>
                                      <p:tavLst>
                                        <p:tav tm="0">
                                          <p:val>
                                            <p:fltVal val="0"/>
                                          </p:val>
                                        </p:tav>
                                        <p:tav tm="100000">
                                          <p:val>
                                            <p:strVal val="#ppt_h"/>
                                          </p:val>
                                        </p:tav>
                                      </p:tavLst>
                                    </p:anim>
                                    <p:animEffect transition="in" filter="fade">
                                      <p:cBhvr>
                                        <p:cTn id="39" dur="500"/>
                                        <p:tgtEl>
                                          <p:spTgt spid="20"/>
                                        </p:tgtEl>
                                      </p:cBhvr>
                                    </p:animEffect>
                                  </p:childTnLst>
                                </p:cTn>
                              </p:par>
                            </p:childTnLst>
                          </p:cTn>
                        </p:par>
                      </p:childTnLst>
                    </p:cTn>
                  </p:par>
                  <p:par>
                    <p:cTn id="40" fill="hold">
                      <p:stCondLst>
                        <p:cond delay="indefinite"/>
                      </p:stCondLst>
                      <p:childTnLst>
                        <p:par>
                          <p:cTn id="41" fill="hold">
                            <p:stCondLst>
                              <p:cond delay="0"/>
                            </p:stCondLst>
                            <p:childTnLst>
                              <p:par>
                                <p:cTn id="42" presetID="53" presetClass="entr" presetSubtype="16" fill="hold" grpId="0" nodeType="clickEffect">
                                  <p:stCondLst>
                                    <p:cond delay="0"/>
                                  </p:stCondLst>
                                  <p:childTnLst>
                                    <p:set>
                                      <p:cBhvr>
                                        <p:cTn id="43" dur="1" fill="hold">
                                          <p:stCondLst>
                                            <p:cond delay="0"/>
                                          </p:stCondLst>
                                        </p:cTn>
                                        <p:tgtEl>
                                          <p:spTgt spid="22"/>
                                        </p:tgtEl>
                                        <p:attrNameLst>
                                          <p:attrName>style.visibility</p:attrName>
                                        </p:attrNameLst>
                                      </p:cBhvr>
                                      <p:to>
                                        <p:strVal val="visible"/>
                                      </p:to>
                                    </p:set>
                                    <p:anim calcmode="lin" valueType="num">
                                      <p:cBhvr>
                                        <p:cTn id="44" dur="500" fill="hold"/>
                                        <p:tgtEl>
                                          <p:spTgt spid="22"/>
                                        </p:tgtEl>
                                        <p:attrNameLst>
                                          <p:attrName>ppt_w</p:attrName>
                                        </p:attrNameLst>
                                      </p:cBhvr>
                                      <p:tavLst>
                                        <p:tav tm="0">
                                          <p:val>
                                            <p:fltVal val="0"/>
                                          </p:val>
                                        </p:tav>
                                        <p:tav tm="100000">
                                          <p:val>
                                            <p:strVal val="#ppt_w"/>
                                          </p:val>
                                        </p:tav>
                                      </p:tavLst>
                                    </p:anim>
                                    <p:anim calcmode="lin" valueType="num">
                                      <p:cBhvr>
                                        <p:cTn id="45" dur="500" fill="hold"/>
                                        <p:tgtEl>
                                          <p:spTgt spid="22"/>
                                        </p:tgtEl>
                                        <p:attrNameLst>
                                          <p:attrName>ppt_h</p:attrName>
                                        </p:attrNameLst>
                                      </p:cBhvr>
                                      <p:tavLst>
                                        <p:tav tm="0">
                                          <p:val>
                                            <p:fltVal val="0"/>
                                          </p:val>
                                        </p:tav>
                                        <p:tav tm="100000">
                                          <p:val>
                                            <p:strVal val="#ppt_h"/>
                                          </p:val>
                                        </p:tav>
                                      </p:tavLst>
                                    </p:anim>
                                    <p:animEffect transition="in" filter="fade">
                                      <p:cBhvr>
                                        <p:cTn id="46" dur="500"/>
                                        <p:tgtEl>
                                          <p:spTgt spid="22"/>
                                        </p:tgtEl>
                                      </p:cBhvr>
                                    </p:animEffect>
                                  </p:childTnLst>
                                </p:cTn>
                              </p:par>
                            </p:childTnLst>
                          </p:cTn>
                        </p:par>
                      </p:childTnLst>
                    </p:cTn>
                  </p:par>
                  <p:par>
                    <p:cTn id="47" fill="hold">
                      <p:stCondLst>
                        <p:cond delay="indefinite"/>
                      </p:stCondLst>
                      <p:childTnLst>
                        <p:par>
                          <p:cTn id="48" fill="hold">
                            <p:stCondLst>
                              <p:cond delay="0"/>
                            </p:stCondLst>
                            <p:childTnLst>
                              <p:par>
                                <p:cTn id="49" presetID="53" presetClass="entr" presetSubtype="16" fill="hold" nodeType="clickEffect">
                                  <p:stCondLst>
                                    <p:cond delay="0"/>
                                  </p:stCondLst>
                                  <p:childTnLst>
                                    <p:set>
                                      <p:cBhvr>
                                        <p:cTn id="50" dur="1" fill="hold">
                                          <p:stCondLst>
                                            <p:cond delay="0"/>
                                          </p:stCondLst>
                                        </p:cTn>
                                        <p:tgtEl>
                                          <p:spTgt spid="24"/>
                                        </p:tgtEl>
                                        <p:attrNameLst>
                                          <p:attrName>style.visibility</p:attrName>
                                        </p:attrNameLst>
                                      </p:cBhvr>
                                      <p:to>
                                        <p:strVal val="visible"/>
                                      </p:to>
                                    </p:set>
                                    <p:anim calcmode="lin" valueType="num">
                                      <p:cBhvr>
                                        <p:cTn id="51" dur="500" fill="hold"/>
                                        <p:tgtEl>
                                          <p:spTgt spid="24"/>
                                        </p:tgtEl>
                                        <p:attrNameLst>
                                          <p:attrName>ppt_w</p:attrName>
                                        </p:attrNameLst>
                                      </p:cBhvr>
                                      <p:tavLst>
                                        <p:tav tm="0">
                                          <p:val>
                                            <p:fltVal val="0"/>
                                          </p:val>
                                        </p:tav>
                                        <p:tav tm="100000">
                                          <p:val>
                                            <p:strVal val="#ppt_w"/>
                                          </p:val>
                                        </p:tav>
                                      </p:tavLst>
                                    </p:anim>
                                    <p:anim calcmode="lin" valueType="num">
                                      <p:cBhvr>
                                        <p:cTn id="52" dur="500" fill="hold"/>
                                        <p:tgtEl>
                                          <p:spTgt spid="24"/>
                                        </p:tgtEl>
                                        <p:attrNameLst>
                                          <p:attrName>ppt_h</p:attrName>
                                        </p:attrNameLst>
                                      </p:cBhvr>
                                      <p:tavLst>
                                        <p:tav tm="0">
                                          <p:val>
                                            <p:fltVal val="0"/>
                                          </p:val>
                                        </p:tav>
                                        <p:tav tm="100000">
                                          <p:val>
                                            <p:strVal val="#ppt_h"/>
                                          </p:val>
                                        </p:tav>
                                      </p:tavLst>
                                    </p:anim>
                                    <p:animEffect transition="in" filter="fade">
                                      <p:cBhvr>
                                        <p:cTn id="53" dur="500"/>
                                        <p:tgtEl>
                                          <p:spTgt spid="24"/>
                                        </p:tgtEl>
                                      </p:cBhvr>
                                    </p:animEffect>
                                  </p:childTnLst>
                                </p:cTn>
                              </p:par>
                            </p:childTnLst>
                          </p:cTn>
                        </p:par>
                      </p:childTnLst>
                    </p:cTn>
                  </p:par>
                  <p:par>
                    <p:cTn id="54" fill="hold">
                      <p:stCondLst>
                        <p:cond delay="indefinite"/>
                      </p:stCondLst>
                      <p:childTnLst>
                        <p:par>
                          <p:cTn id="55" fill="hold">
                            <p:stCondLst>
                              <p:cond delay="0"/>
                            </p:stCondLst>
                            <p:childTnLst>
                              <p:par>
                                <p:cTn id="56" presetID="53" presetClass="entr" presetSubtype="16" fill="hold" grpId="0" nodeType="clickEffect">
                                  <p:stCondLst>
                                    <p:cond delay="0"/>
                                  </p:stCondLst>
                                  <p:childTnLst>
                                    <p:set>
                                      <p:cBhvr>
                                        <p:cTn id="57" dur="1" fill="hold">
                                          <p:stCondLst>
                                            <p:cond delay="0"/>
                                          </p:stCondLst>
                                        </p:cTn>
                                        <p:tgtEl>
                                          <p:spTgt spid="26"/>
                                        </p:tgtEl>
                                        <p:attrNameLst>
                                          <p:attrName>style.visibility</p:attrName>
                                        </p:attrNameLst>
                                      </p:cBhvr>
                                      <p:to>
                                        <p:strVal val="visible"/>
                                      </p:to>
                                    </p:set>
                                    <p:anim calcmode="lin" valueType="num">
                                      <p:cBhvr>
                                        <p:cTn id="58" dur="500" fill="hold"/>
                                        <p:tgtEl>
                                          <p:spTgt spid="26"/>
                                        </p:tgtEl>
                                        <p:attrNameLst>
                                          <p:attrName>ppt_w</p:attrName>
                                        </p:attrNameLst>
                                      </p:cBhvr>
                                      <p:tavLst>
                                        <p:tav tm="0">
                                          <p:val>
                                            <p:fltVal val="0"/>
                                          </p:val>
                                        </p:tav>
                                        <p:tav tm="100000">
                                          <p:val>
                                            <p:strVal val="#ppt_w"/>
                                          </p:val>
                                        </p:tav>
                                      </p:tavLst>
                                    </p:anim>
                                    <p:anim calcmode="lin" valueType="num">
                                      <p:cBhvr>
                                        <p:cTn id="59" dur="500" fill="hold"/>
                                        <p:tgtEl>
                                          <p:spTgt spid="26"/>
                                        </p:tgtEl>
                                        <p:attrNameLst>
                                          <p:attrName>ppt_h</p:attrName>
                                        </p:attrNameLst>
                                      </p:cBhvr>
                                      <p:tavLst>
                                        <p:tav tm="0">
                                          <p:val>
                                            <p:fltVal val="0"/>
                                          </p:val>
                                        </p:tav>
                                        <p:tav tm="100000">
                                          <p:val>
                                            <p:strVal val="#ppt_h"/>
                                          </p:val>
                                        </p:tav>
                                      </p:tavLst>
                                    </p:anim>
                                    <p:animEffect transition="in" filter="fade">
                                      <p:cBhvr>
                                        <p:cTn id="60" dur="500"/>
                                        <p:tgtEl>
                                          <p:spTgt spid="26"/>
                                        </p:tgtEl>
                                      </p:cBhvr>
                                    </p:animEffect>
                                  </p:childTnLst>
                                </p:cTn>
                              </p:par>
                            </p:childTnLst>
                          </p:cTn>
                        </p:par>
                      </p:childTnLst>
                    </p:cTn>
                  </p:par>
                  <p:par>
                    <p:cTn id="61" fill="hold">
                      <p:stCondLst>
                        <p:cond delay="indefinite"/>
                      </p:stCondLst>
                      <p:childTnLst>
                        <p:par>
                          <p:cTn id="62" fill="hold">
                            <p:stCondLst>
                              <p:cond delay="0"/>
                            </p:stCondLst>
                            <p:childTnLst>
                              <p:par>
                                <p:cTn id="63" presetID="53" presetClass="entr" presetSubtype="16" fill="hold" grpId="0" nodeType="clickEffect">
                                  <p:stCondLst>
                                    <p:cond delay="0"/>
                                  </p:stCondLst>
                                  <p:childTnLst>
                                    <p:set>
                                      <p:cBhvr>
                                        <p:cTn id="64" dur="1" fill="hold">
                                          <p:stCondLst>
                                            <p:cond delay="0"/>
                                          </p:stCondLst>
                                        </p:cTn>
                                        <p:tgtEl>
                                          <p:spTgt spid="31"/>
                                        </p:tgtEl>
                                        <p:attrNameLst>
                                          <p:attrName>style.visibility</p:attrName>
                                        </p:attrNameLst>
                                      </p:cBhvr>
                                      <p:to>
                                        <p:strVal val="visible"/>
                                      </p:to>
                                    </p:set>
                                    <p:anim calcmode="lin" valueType="num">
                                      <p:cBhvr>
                                        <p:cTn id="65" dur="500" fill="hold"/>
                                        <p:tgtEl>
                                          <p:spTgt spid="31"/>
                                        </p:tgtEl>
                                        <p:attrNameLst>
                                          <p:attrName>ppt_w</p:attrName>
                                        </p:attrNameLst>
                                      </p:cBhvr>
                                      <p:tavLst>
                                        <p:tav tm="0">
                                          <p:val>
                                            <p:fltVal val="0"/>
                                          </p:val>
                                        </p:tav>
                                        <p:tav tm="100000">
                                          <p:val>
                                            <p:strVal val="#ppt_w"/>
                                          </p:val>
                                        </p:tav>
                                      </p:tavLst>
                                    </p:anim>
                                    <p:anim calcmode="lin" valueType="num">
                                      <p:cBhvr>
                                        <p:cTn id="66" dur="500" fill="hold"/>
                                        <p:tgtEl>
                                          <p:spTgt spid="31"/>
                                        </p:tgtEl>
                                        <p:attrNameLst>
                                          <p:attrName>ppt_h</p:attrName>
                                        </p:attrNameLst>
                                      </p:cBhvr>
                                      <p:tavLst>
                                        <p:tav tm="0">
                                          <p:val>
                                            <p:fltVal val="0"/>
                                          </p:val>
                                        </p:tav>
                                        <p:tav tm="100000">
                                          <p:val>
                                            <p:strVal val="#ppt_h"/>
                                          </p:val>
                                        </p:tav>
                                      </p:tavLst>
                                    </p:anim>
                                    <p:animEffect transition="in" filter="fade">
                                      <p:cBhvr>
                                        <p:cTn id="67" dur="500"/>
                                        <p:tgtEl>
                                          <p:spTgt spid="31"/>
                                        </p:tgtEl>
                                      </p:cBhvr>
                                    </p:animEffect>
                                  </p:childTnLst>
                                </p:cTn>
                              </p:par>
                            </p:childTnLst>
                          </p:cTn>
                        </p:par>
                      </p:childTnLst>
                    </p:cTn>
                  </p:par>
                  <p:par>
                    <p:cTn id="68" fill="hold">
                      <p:stCondLst>
                        <p:cond delay="indefinite"/>
                      </p:stCondLst>
                      <p:childTnLst>
                        <p:par>
                          <p:cTn id="69" fill="hold">
                            <p:stCondLst>
                              <p:cond delay="0"/>
                            </p:stCondLst>
                            <p:childTnLst>
                              <p:par>
                                <p:cTn id="70" presetID="53" presetClass="entr" presetSubtype="16" fill="hold" nodeType="clickEffect">
                                  <p:stCondLst>
                                    <p:cond delay="0"/>
                                  </p:stCondLst>
                                  <p:childTnLst>
                                    <p:set>
                                      <p:cBhvr>
                                        <p:cTn id="71" dur="1" fill="hold">
                                          <p:stCondLst>
                                            <p:cond delay="0"/>
                                          </p:stCondLst>
                                        </p:cTn>
                                        <p:tgtEl>
                                          <p:spTgt spid="35"/>
                                        </p:tgtEl>
                                        <p:attrNameLst>
                                          <p:attrName>style.visibility</p:attrName>
                                        </p:attrNameLst>
                                      </p:cBhvr>
                                      <p:to>
                                        <p:strVal val="visible"/>
                                      </p:to>
                                    </p:set>
                                    <p:anim calcmode="lin" valueType="num">
                                      <p:cBhvr>
                                        <p:cTn id="72" dur="500" fill="hold"/>
                                        <p:tgtEl>
                                          <p:spTgt spid="35"/>
                                        </p:tgtEl>
                                        <p:attrNameLst>
                                          <p:attrName>ppt_w</p:attrName>
                                        </p:attrNameLst>
                                      </p:cBhvr>
                                      <p:tavLst>
                                        <p:tav tm="0">
                                          <p:val>
                                            <p:fltVal val="0"/>
                                          </p:val>
                                        </p:tav>
                                        <p:tav tm="100000">
                                          <p:val>
                                            <p:strVal val="#ppt_w"/>
                                          </p:val>
                                        </p:tav>
                                      </p:tavLst>
                                    </p:anim>
                                    <p:anim calcmode="lin" valueType="num">
                                      <p:cBhvr>
                                        <p:cTn id="73" dur="500" fill="hold"/>
                                        <p:tgtEl>
                                          <p:spTgt spid="35"/>
                                        </p:tgtEl>
                                        <p:attrNameLst>
                                          <p:attrName>ppt_h</p:attrName>
                                        </p:attrNameLst>
                                      </p:cBhvr>
                                      <p:tavLst>
                                        <p:tav tm="0">
                                          <p:val>
                                            <p:fltVal val="0"/>
                                          </p:val>
                                        </p:tav>
                                        <p:tav tm="100000">
                                          <p:val>
                                            <p:strVal val="#ppt_h"/>
                                          </p:val>
                                        </p:tav>
                                      </p:tavLst>
                                    </p:anim>
                                    <p:animEffect transition="in" filter="fade">
                                      <p:cBhvr>
                                        <p:cTn id="74" dur="500"/>
                                        <p:tgtEl>
                                          <p:spTgt spid="35"/>
                                        </p:tgtEl>
                                      </p:cBhvr>
                                    </p:animEffect>
                                  </p:childTnLst>
                                </p:cTn>
                              </p:par>
                            </p:childTnLst>
                          </p:cTn>
                        </p:par>
                      </p:childTnLst>
                    </p:cTn>
                  </p:par>
                  <p:par>
                    <p:cTn id="75" fill="hold">
                      <p:stCondLst>
                        <p:cond delay="indefinite"/>
                      </p:stCondLst>
                      <p:childTnLst>
                        <p:par>
                          <p:cTn id="76" fill="hold">
                            <p:stCondLst>
                              <p:cond delay="0"/>
                            </p:stCondLst>
                            <p:childTnLst>
                              <p:par>
                                <p:cTn id="77" presetID="53" presetClass="entr" presetSubtype="16" fill="hold" grpId="0" nodeType="clickEffect">
                                  <p:stCondLst>
                                    <p:cond delay="0"/>
                                  </p:stCondLst>
                                  <p:childTnLst>
                                    <p:set>
                                      <p:cBhvr>
                                        <p:cTn id="78" dur="1" fill="hold">
                                          <p:stCondLst>
                                            <p:cond delay="0"/>
                                          </p:stCondLst>
                                        </p:cTn>
                                        <p:tgtEl>
                                          <p:spTgt spid="37"/>
                                        </p:tgtEl>
                                        <p:attrNameLst>
                                          <p:attrName>style.visibility</p:attrName>
                                        </p:attrNameLst>
                                      </p:cBhvr>
                                      <p:to>
                                        <p:strVal val="visible"/>
                                      </p:to>
                                    </p:set>
                                    <p:anim calcmode="lin" valueType="num">
                                      <p:cBhvr>
                                        <p:cTn id="79" dur="500" fill="hold"/>
                                        <p:tgtEl>
                                          <p:spTgt spid="37"/>
                                        </p:tgtEl>
                                        <p:attrNameLst>
                                          <p:attrName>ppt_w</p:attrName>
                                        </p:attrNameLst>
                                      </p:cBhvr>
                                      <p:tavLst>
                                        <p:tav tm="0">
                                          <p:val>
                                            <p:fltVal val="0"/>
                                          </p:val>
                                        </p:tav>
                                        <p:tav tm="100000">
                                          <p:val>
                                            <p:strVal val="#ppt_w"/>
                                          </p:val>
                                        </p:tav>
                                      </p:tavLst>
                                    </p:anim>
                                    <p:anim calcmode="lin" valueType="num">
                                      <p:cBhvr>
                                        <p:cTn id="80" dur="500" fill="hold"/>
                                        <p:tgtEl>
                                          <p:spTgt spid="37"/>
                                        </p:tgtEl>
                                        <p:attrNameLst>
                                          <p:attrName>ppt_h</p:attrName>
                                        </p:attrNameLst>
                                      </p:cBhvr>
                                      <p:tavLst>
                                        <p:tav tm="0">
                                          <p:val>
                                            <p:fltVal val="0"/>
                                          </p:val>
                                        </p:tav>
                                        <p:tav tm="100000">
                                          <p:val>
                                            <p:strVal val="#ppt_h"/>
                                          </p:val>
                                        </p:tav>
                                      </p:tavLst>
                                    </p:anim>
                                    <p:animEffect transition="in" filter="fade">
                                      <p:cBhvr>
                                        <p:cTn id="81" dur="500"/>
                                        <p:tgtEl>
                                          <p:spTgt spid="37"/>
                                        </p:tgtEl>
                                      </p:cBhvr>
                                    </p:animEffect>
                                  </p:childTnLst>
                                </p:cTn>
                              </p:par>
                            </p:childTnLst>
                          </p:cTn>
                        </p:par>
                      </p:childTnLst>
                    </p:cTn>
                  </p:par>
                  <p:par>
                    <p:cTn id="82" fill="hold">
                      <p:stCondLst>
                        <p:cond delay="indefinite"/>
                      </p:stCondLst>
                      <p:childTnLst>
                        <p:par>
                          <p:cTn id="83" fill="hold">
                            <p:stCondLst>
                              <p:cond delay="0"/>
                            </p:stCondLst>
                            <p:childTnLst>
                              <p:par>
                                <p:cTn id="84" presetID="53" presetClass="entr" presetSubtype="16" fill="hold" grpId="0" nodeType="clickEffect">
                                  <p:stCondLst>
                                    <p:cond delay="0"/>
                                  </p:stCondLst>
                                  <p:childTnLst>
                                    <p:set>
                                      <p:cBhvr>
                                        <p:cTn id="85" dur="1" fill="hold">
                                          <p:stCondLst>
                                            <p:cond delay="0"/>
                                          </p:stCondLst>
                                        </p:cTn>
                                        <p:tgtEl>
                                          <p:spTgt spid="40"/>
                                        </p:tgtEl>
                                        <p:attrNameLst>
                                          <p:attrName>style.visibility</p:attrName>
                                        </p:attrNameLst>
                                      </p:cBhvr>
                                      <p:to>
                                        <p:strVal val="visible"/>
                                      </p:to>
                                    </p:set>
                                    <p:anim calcmode="lin" valueType="num">
                                      <p:cBhvr>
                                        <p:cTn id="86" dur="500" fill="hold"/>
                                        <p:tgtEl>
                                          <p:spTgt spid="40"/>
                                        </p:tgtEl>
                                        <p:attrNameLst>
                                          <p:attrName>ppt_w</p:attrName>
                                        </p:attrNameLst>
                                      </p:cBhvr>
                                      <p:tavLst>
                                        <p:tav tm="0">
                                          <p:val>
                                            <p:fltVal val="0"/>
                                          </p:val>
                                        </p:tav>
                                        <p:tav tm="100000">
                                          <p:val>
                                            <p:strVal val="#ppt_w"/>
                                          </p:val>
                                        </p:tav>
                                      </p:tavLst>
                                    </p:anim>
                                    <p:anim calcmode="lin" valueType="num">
                                      <p:cBhvr>
                                        <p:cTn id="87" dur="500" fill="hold"/>
                                        <p:tgtEl>
                                          <p:spTgt spid="40"/>
                                        </p:tgtEl>
                                        <p:attrNameLst>
                                          <p:attrName>ppt_h</p:attrName>
                                        </p:attrNameLst>
                                      </p:cBhvr>
                                      <p:tavLst>
                                        <p:tav tm="0">
                                          <p:val>
                                            <p:fltVal val="0"/>
                                          </p:val>
                                        </p:tav>
                                        <p:tav tm="100000">
                                          <p:val>
                                            <p:strVal val="#ppt_h"/>
                                          </p:val>
                                        </p:tav>
                                      </p:tavLst>
                                    </p:anim>
                                    <p:animEffect transition="in" filter="fade">
                                      <p:cBhvr>
                                        <p:cTn id="88" dur="500"/>
                                        <p:tgtEl>
                                          <p:spTgt spid="40"/>
                                        </p:tgtEl>
                                      </p:cBhvr>
                                    </p:animEffect>
                                  </p:childTnLst>
                                </p:cTn>
                              </p:par>
                            </p:childTnLst>
                          </p:cTn>
                        </p:par>
                      </p:childTnLst>
                    </p:cTn>
                  </p:par>
                  <p:par>
                    <p:cTn id="89" fill="hold">
                      <p:stCondLst>
                        <p:cond delay="indefinite"/>
                      </p:stCondLst>
                      <p:childTnLst>
                        <p:par>
                          <p:cTn id="90" fill="hold">
                            <p:stCondLst>
                              <p:cond delay="0"/>
                            </p:stCondLst>
                            <p:childTnLst>
                              <p:par>
                                <p:cTn id="91" presetID="53" presetClass="entr" presetSubtype="16" fill="hold" nodeType="clickEffect">
                                  <p:stCondLst>
                                    <p:cond delay="0"/>
                                  </p:stCondLst>
                                  <p:childTnLst>
                                    <p:set>
                                      <p:cBhvr>
                                        <p:cTn id="92" dur="1" fill="hold">
                                          <p:stCondLst>
                                            <p:cond delay="0"/>
                                          </p:stCondLst>
                                        </p:cTn>
                                        <p:tgtEl>
                                          <p:spTgt spid="41"/>
                                        </p:tgtEl>
                                        <p:attrNameLst>
                                          <p:attrName>style.visibility</p:attrName>
                                        </p:attrNameLst>
                                      </p:cBhvr>
                                      <p:to>
                                        <p:strVal val="visible"/>
                                      </p:to>
                                    </p:set>
                                    <p:anim calcmode="lin" valueType="num">
                                      <p:cBhvr>
                                        <p:cTn id="93" dur="500" fill="hold"/>
                                        <p:tgtEl>
                                          <p:spTgt spid="41"/>
                                        </p:tgtEl>
                                        <p:attrNameLst>
                                          <p:attrName>ppt_w</p:attrName>
                                        </p:attrNameLst>
                                      </p:cBhvr>
                                      <p:tavLst>
                                        <p:tav tm="0">
                                          <p:val>
                                            <p:fltVal val="0"/>
                                          </p:val>
                                        </p:tav>
                                        <p:tav tm="100000">
                                          <p:val>
                                            <p:strVal val="#ppt_w"/>
                                          </p:val>
                                        </p:tav>
                                      </p:tavLst>
                                    </p:anim>
                                    <p:anim calcmode="lin" valueType="num">
                                      <p:cBhvr>
                                        <p:cTn id="94" dur="500" fill="hold"/>
                                        <p:tgtEl>
                                          <p:spTgt spid="41"/>
                                        </p:tgtEl>
                                        <p:attrNameLst>
                                          <p:attrName>ppt_h</p:attrName>
                                        </p:attrNameLst>
                                      </p:cBhvr>
                                      <p:tavLst>
                                        <p:tav tm="0">
                                          <p:val>
                                            <p:fltVal val="0"/>
                                          </p:val>
                                        </p:tav>
                                        <p:tav tm="100000">
                                          <p:val>
                                            <p:strVal val="#ppt_h"/>
                                          </p:val>
                                        </p:tav>
                                      </p:tavLst>
                                    </p:anim>
                                    <p:animEffect transition="in" filter="fade">
                                      <p:cBhvr>
                                        <p:cTn id="95" dur="500"/>
                                        <p:tgtEl>
                                          <p:spTgt spid="41"/>
                                        </p:tgtEl>
                                      </p:cBhvr>
                                    </p:animEffect>
                                  </p:childTnLst>
                                </p:cTn>
                              </p:par>
                            </p:childTnLst>
                          </p:cTn>
                        </p:par>
                      </p:childTnLst>
                    </p:cTn>
                  </p:par>
                  <p:par>
                    <p:cTn id="96" fill="hold">
                      <p:stCondLst>
                        <p:cond delay="indefinite"/>
                      </p:stCondLst>
                      <p:childTnLst>
                        <p:par>
                          <p:cTn id="97" fill="hold">
                            <p:stCondLst>
                              <p:cond delay="0"/>
                            </p:stCondLst>
                            <p:childTnLst>
                              <p:par>
                                <p:cTn id="98" presetID="53" presetClass="entr" presetSubtype="16" fill="hold" grpId="0" nodeType="clickEffect">
                                  <p:stCondLst>
                                    <p:cond delay="0"/>
                                  </p:stCondLst>
                                  <p:childTnLst>
                                    <p:set>
                                      <p:cBhvr>
                                        <p:cTn id="99" dur="1" fill="hold">
                                          <p:stCondLst>
                                            <p:cond delay="0"/>
                                          </p:stCondLst>
                                        </p:cTn>
                                        <p:tgtEl>
                                          <p:spTgt spid="45"/>
                                        </p:tgtEl>
                                        <p:attrNameLst>
                                          <p:attrName>style.visibility</p:attrName>
                                        </p:attrNameLst>
                                      </p:cBhvr>
                                      <p:to>
                                        <p:strVal val="visible"/>
                                      </p:to>
                                    </p:set>
                                    <p:anim calcmode="lin" valueType="num">
                                      <p:cBhvr>
                                        <p:cTn id="100" dur="500" fill="hold"/>
                                        <p:tgtEl>
                                          <p:spTgt spid="45"/>
                                        </p:tgtEl>
                                        <p:attrNameLst>
                                          <p:attrName>ppt_w</p:attrName>
                                        </p:attrNameLst>
                                      </p:cBhvr>
                                      <p:tavLst>
                                        <p:tav tm="0">
                                          <p:val>
                                            <p:fltVal val="0"/>
                                          </p:val>
                                        </p:tav>
                                        <p:tav tm="100000">
                                          <p:val>
                                            <p:strVal val="#ppt_w"/>
                                          </p:val>
                                        </p:tav>
                                      </p:tavLst>
                                    </p:anim>
                                    <p:anim calcmode="lin" valueType="num">
                                      <p:cBhvr>
                                        <p:cTn id="101" dur="500" fill="hold"/>
                                        <p:tgtEl>
                                          <p:spTgt spid="45"/>
                                        </p:tgtEl>
                                        <p:attrNameLst>
                                          <p:attrName>ppt_h</p:attrName>
                                        </p:attrNameLst>
                                      </p:cBhvr>
                                      <p:tavLst>
                                        <p:tav tm="0">
                                          <p:val>
                                            <p:fltVal val="0"/>
                                          </p:val>
                                        </p:tav>
                                        <p:tav tm="100000">
                                          <p:val>
                                            <p:strVal val="#ppt_h"/>
                                          </p:val>
                                        </p:tav>
                                      </p:tavLst>
                                    </p:anim>
                                    <p:animEffect transition="in" filter="fade">
                                      <p:cBhvr>
                                        <p:cTn id="102" dur="500"/>
                                        <p:tgtEl>
                                          <p:spTgt spid="45"/>
                                        </p:tgtEl>
                                      </p:cBhvr>
                                    </p:animEffect>
                                  </p:childTnLst>
                                </p:cTn>
                              </p:par>
                            </p:childTnLst>
                          </p:cTn>
                        </p:par>
                      </p:childTnLst>
                    </p:cTn>
                  </p:par>
                  <p:par>
                    <p:cTn id="103" fill="hold">
                      <p:stCondLst>
                        <p:cond delay="indefinite"/>
                      </p:stCondLst>
                      <p:childTnLst>
                        <p:par>
                          <p:cTn id="104" fill="hold">
                            <p:stCondLst>
                              <p:cond delay="0"/>
                            </p:stCondLst>
                            <p:childTnLst>
                              <p:par>
                                <p:cTn id="105" presetID="53" presetClass="entr" presetSubtype="16" fill="hold" grpId="0" nodeType="clickEffect">
                                  <p:stCondLst>
                                    <p:cond delay="0"/>
                                  </p:stCondLst>
                                  <p:childTnLst>
                                    <p:set>
                                      <p:cBhvr>
                                        <p:cTn id="106" dur="1" fill="hold">
                                          <p:stCondLst>
                                            <p:cond delay="0"/>
                                          </p:stCondLst>
                                        </p:cTn>
                                        <p:tgtEl>
                                          <p:spTgt spid="47"/>
                                        </p:tgtEl>
                                        <p:attrNameLst>
                                          <p:attrName>style.visibility</p:attrName>
                                        </p:attrNameLst>
                                      </p:cBhvr>
                                      <p:to>
                                        <p:strVal val="visible"/>
                                      </p:to>
                                    </p:set>
                                    <p:anim calcmode="lin" valueType="num">
                                      <p:cBhvr>
                                        <p:cTn id="107" dur="500" fill="hold"/>
                                        <p:tgtEl>
                                          <p:spTgt spid="47"/>
                                        </p:tgtEl>
                                        <p:attrNameLst>
                                          <p:attrName>ppt_w</p:attrName>
                                        </p:attrNameLst>
                                      </p:cBhvr>
                                      <p:tavLst>
                                        <p:tav tm="0">
                                          <p:val>
                                            <p:fltVal val="0"/>
                                          </p:val>
                                        </p:tav>
                                        <p:tav tm="100000">
                                          <p:val>
                                            <p:strVal val="#ppt_w"/>
                                          </p:val>
                                        </p:tav>
                                      </p:tavLst>
                                    </p:anim>
                                    <p:anim calcmode="lin" valueType="num">
                                      <p:cBhvr>
                                        <p:cTn id="108" dur="500" fill="hold"/>
                                        <p:tgtEl>
                                          <p:spTgt spid="47"/>
                                        </p:tgtEl>
                                        <p:attrNameLst>
                                          <p:attrName>ppt_h</p:attrName>
                                        </p:attrNameLst>
                                      </p:cBhvr>
                                      <p:tavLst>
                                        <p:tav tm="0">
                                          <p:val>
                                            <p:fltVal val="0"/>
                                          </p:val>
                                        </p:tav>
                                        <p:tav tm="100000">
                                          <p:val>
                                            <p:strVal val="#ppt_h"/>
                                          </p:val>
                                        </p:tav>
                                      </p:tavLst>
                                    </p:anim>
                                    <p:animEffect transition="in" filter="fade">
                                      <p:cBhvr>
                                        <p:cTn id="109" dur="500"/>
                                        <p:tgtEl>
                                          <p:spTgt spid="47"/>
                                        </p:tgtEl>
                                      </p:cBhvr>
                                    </p:animEffect>
                                  </p:childTnLst>
                                </p:cTn>
                              </p:par>
                            </p:childTnLst>
                          </p:cTn>
                        </p:par>
                      </p:childTnLst>
                    </p:cTn>
                  </p:par>
                  <p:par>
                    <p:cTn id="110" fill="hold">
                      <p:stCondLst>
                        <p:cond delay="indefinite"/>
                      </p:stCondLst>
                      <p:childTnLst>
                        <p:par>
                          <p:cTn id="111" fill="hold">
                            <p:stCondLst>
                              <p:cond delay="0"/>
                            </p:stCondLst>
                            <p:childTnLst>
                              <p:par>
                                <p:cTn id="112" presetID="53" presetClass="entr" presetSubtype="16" fill="hold" grpId="0" nodeType="clickEffect">
                                  <p:stCondLst>
                                    <p:cond delay="0"/>
                                  </p:stCondLst>
                                  <p:childTnLst>
                                    <p:set>
                                      <p:cBhvr>
                                        <p:cTn id="113" dur="1" fill="hold">
                                          <p:stCondLst>
                                            <p:cond delay="0"/>
                                          </p:stCondLst>
                                        </p:cTn>
                                        <p:tgtEl>
                                          <p:spTgt spid="48"/>
                                        </p:tgtEl>
                                        <p:attrNameLst>
                                          <p:attrName>style.visibility</p:attrName>
                                        </p:attrNameLst>
                                      </p:cBhvr>
                                      <p:to>
                                        <p:strVal val="visible"/>
                                      </p:to>
                                    </p:set>
                                    <p:anim calcmode="lin" valueType="num">
                                      <p:cBhvr>
                                        <p:cTn id="114" dur="500" fill="hold"/>
                                        <p:tgtEl>
                                          <p:spTgt spid="48"/>
                                        </p:tgtEl>
                                        <p:attrNameLst>
                                          <p:attrName>ppt_w</p:attrName>
                                        </p:attrNameLst>
                                      </p:cBhvr>
                                      <p:tavLst>
                                        <p:tav tm="0">
                                          <p:val>
                                            <p:fltVal val="0"/>
                                          </p:val>
                                        </p:tav>
                                        <p:tav tm="100000">
                                          <p:val>
                                            <p:strVal val="#ppt_w"/>
                                          </p:val>
                                        </p:tav>
                                      </p:tavLst>
                                    </p:anim>
                                    <p:anim calcmode="lin" valueType="num">
                                      <p:cBhvr>
                                        <p:cTn id="115" dur="500" fill="hold"/>
                                        <p:tgtEl>
                                          <p:spTgt spid="48"/>
                                        </p:tgtEl>
                                        <p:attrNameLst>
                                          <p:attrName>ppt_h</p:attrName>
                                        </p:attrNameLst>
                                      </p:cBhvr>
                                      <p:tavLst>
                                        <p:tav tm="0">
                                          <p:val>
                                            <p:fltVal val="0"/>
                                          </p:val>
                                        </p:tav>
                                        <p:tav tm="100000">
                                          <p:val>
                                            <p:strVal val="#ppt_h"/>
                                          </p:val>
                                        </p:tav>
                                      </p:tavLst>
                                    </p:anim>
                                    <p:animEffect transition="in" filter="fade">
                                      <p:cBhvr>
                                        <p:cTn id="116"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2" grpId="0" animBg="1"/>
      <p:bldP spid="15" grpId="0"/>
      <p:bldP spid="20" grpId="0" animBg="1"/>
      <p:bldP spid="22" grpId="0"/>
      <p:bldP spid="26" grpId="0" animBg="1"/>
      <p:bldP spid="31" grpId="0"/>
      <p:bldP spid="37" grpId="0" animBg="1"/>
      <p:bldP spid="40" grpId="0"/>
      <p:bldP spid="45" grpId="0" animBg="1"/>
      <p:bldP spid="47" grpId="0"/>
      <p:bldP spid="48"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A0D12C0B-2226-F2FD-DCDE-2D219B3E9D23}"/>
              </a:ext>
            </a:extLst>
          </p:cNvPr>
          <p:cNvSpPr>
            <a:spLocks noGrp="1"/>
          </p:cNvSpPr>
          <p:nvPr>
            <p:ph type="pic" sz="quarter" idx="13"/>
          </p:nvPr>
        </p:nvSpPr>
        <p:spPr/>
        <p:txBody>
          <a:bodyPr/>
          <a:lstStyle/>
          <a:p>
            <a:endParaRPr lang="en-US"/>
          </a:p>
        </p:txBody>
      </p:sp>
      <p:pic>
        <p:nvPicPr>
          <p:cNvPr id="5" name="Picture 4" descr="eLearning">
            <a:extLst>
              <a:ext uri="{FF2B5EF4-FFF2-40B4-BE49-F238E27FC236}">
                <a16:creationId xmlns:a16="http://schemas.microsoft.com/office/drawing/2014/main" id="{E443C4A2-73EE-D173-C065-6D092DB2B69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3717" y="5578997"/>
            <a:ext cx="2096886" cy="1200439"/>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EC07A5EB-6B1F-EFAA-4966-39E2F000B42E}"/>
              </a:ext>
            </a:extLst>
          </p:cNvPr>
          <p:cNvSpPr txBox="1"/>
          <p:nvPr/>
        </p:nvSpPr>
        <p:spPr>
          <a:xfrm>
            <a:off x="553717" y="497711"/>
            <a:ext cx="1268296" cy="369332"/>
          </a:xfrm>
          <a:prstGeom prst="rect">
            <a:avLst/>
          </a:prstGeom>
          <a:noFill/>
        </p:spPr>
        <p:txBody>
          <a:bodyPr wrap="none" rtlCol="0">
            <a:spAutoFit/>
          </a:bodyPr>
          <a:lstStyle/>
          <a:p>
            <a:r>
              <a:rPr lang="en-US" b="1" dirty="0"/>
              <a:t>DEFINITION</a:t>
            </a:r>
          </a:p>
        </p:txBody>
      </p:sp>
      <p:pic>
        <p:nvPicPr>
          <p:cNvPr id="7" name="Picture 2" descr="Jollibee (@JollibeePhilippines) • Facebook">
            <a:extLst>
              <a:ext uri="{FF2B5EF4-FFF2-40B4-BE49-F238E27FC236}">
                <a16:creationId xmlns:a16="http://schemas.microsoft.com/office/drawing/2014/main" id="{BD1D3020-D20D-32FA-CFD4-35825750C54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70415" y="1556690"/>
            <a:ext cx="2143125" cy="2143125"/>
          </a:xfrm>
          <a:prstGeom prst="rect">
            <a:avLst/>
          </a:prstGeom>
          <a:noFill/>
          <a:extLst>
            <a:ext uri="{909E8E84-426E-40DD-AFC4-6F175D3DCCD1}">
              <a14:hiddenFill xmlns:a14="http://schemas.microsoft.com/office/drawing/2010/main">
                <a:solidFill>
                  <a:srgbClr val="FFFFFF"/>
                </a:solidFill>
              </a14:hiddenFill>
            </a:ext>
          </a:extLst>
        </p:spPr>
      </p:pic>
      <p:cxnSp>
        <p:nvCxnSpPr>
          <p:cNvPr id="8" name="Straight Arrow Connector 7">
            <a:extLst>
              <a:ext uri="{FF2B5EF4-FFF2-40B4-BE49-F238E27FC236}">
                <a16:creationId xmlns:a16="http://schemas.microsoft.com/office/drawing/2014/main" id="{03111F6D-D469-6963-2AC9-376D61A5F108}"/>
              </a:ext>
            </a:extLst>
          </p:cNvPr>
          <p:cNvCxnSpPr>
            <a:cxnSpLocks/>
          </p:cNvCxnSpPr>
          <p:nvPr/>
        </p:nvCxnSpPr>
        <p:spPr>
          <a:xfrm flipH="1">
            <a:off x="3067291" y="2451609"/>
            <a:ext cx="1803124" cy="51151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4" name="TextBox 13">
            <a:extLst>
              <a:ext uri="{FF2B5EF4-FFF2-40B4-BE49-F238E27FC236}">
                <a16:creationId xmlns:a16="http://schemas.microsoft.com/office/drawing/2014/main" id="{CC5FC54F-8497-2A59-4982-AD2C35E1643E}"/>
              </a:ext>
            </a:extLst>
          </p:cNvPr>
          <p:cNvSpPr txBox="1"/>
          <p:nvPr/>
        </p:nvSpPr>
        <p:spPr>
          <a:xfrm rot="20615193">
            <a:off x="3171832" y="1626954"/>
            <a:ext cx="6179610" cy="369332"/>
          </a:xfrm>
          <a:prstGeom prst="rect">
            <a:avLst/>
          </a:prstGeom>
          <a:noFill/>
        </p:spPr>
        <p:txBody>
          <a:bodyPr wrap="square">
            <a:spAutoFit/>
          </a:bodyPr>
          <a:lstStyle/>
          <a:p>
            <a:r>
              <a:rPr lang="en-US" b="1" dirty="0"/>
              <a:t>Control &gt; 50% </a:t>
            </a:r>
          </a:p>
        </p:txBody>
      </p:sp>
      <p:sp>
        <p:nvSpPr>
          <p:cNvPr id="15" name="Oval 14">
            <a:extLst>
              <a:ext uri="{FF2B5EF4-FFF2-40B4-BE49-F238E27FC236}">
                <a16:creationId xmlns:a16="http://schemas.microsoft.com/office/drawing/2014/main" id="{E984322D-C607-B7BD-57F4-6358FF7EC8D2}"/>
              </a:ext>
            </a:extLst>
          </p:cNvPr>
          <p:cNvSpPr/>
          <p:nvPr/>
        </p:nvSpPr>
        <p:spPr>
          <a:xfrm>
            <a:off x="4710896" y="682377"/>
            <a:ext cx="2465408" cy="653283"/>
          </a:xfrm>
          <a:prstGeom prst="ellipse">
            <a:avLst/>
          </a:prstGeom>
          <a:ln/>
        </p:spPr>
        <p:style>
          <a:lnRef idx="1">
            <a:schemeClr val="accent4"/>
          </a:lnRef>
          <a:fillRef idx="3">
            <a:schemeClr val="accent4"/>
          </a:fillRef>
          <a:effectRef idx="2">
            <a:schemeClr val="accent4"/>
          </a:effectRef>
          <a:fontRef idx="minor">
            <a:schemeClr val="lt1"/>
          </a:fontRef>
        </p:style>
        <p:txBody>
          <a:bodyPr rtlCol="0" anchor="ctr"/>
          <a:lstStyle/>
          <a:p>
            <a:pPr algn="ctr"/>
            <a:r>
              <a:rPr lang="en-US" b="1" dirty="0"/>
              <a:t>PARENT</a:t>
            </a:r>
          </a:p>
        </p:txBody>
      </p:sp>
      <p:pic>
        <p:nvPicPr>
          <p:cNvPr id="17" name="Picture 2" descr="The Coffee Bean &amp; Tea Leaf® Is Brewing Happiness For The Holidays With Its  Festive Seasonal Beverages Through December 29">
            <a:extLst>
              <a:ext uri="{FF2B5EF4-FFF2-40B4-BE49-F238E27FC236}">
                <a16:creationId xmlns:a16="http://schemas.microsoft.com/office/drawing/2014/main" id="{BA62E39B-BA98-CA23-4DFE-F96269AAA20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9816" y="2451609"/>
            <a:ext cx="1439131" cy="1439131"/>
          </a:xfrm>
          <a:prstGeom prst="rect">
            <a:avLst/>
          </a:prstGeom>
          <a:noFill/>
          <a:extLst>
            <a:ext uri="{909E8E84-426E-40DD-AFC4-6F175D3DCCD1}">
              <a14:hiddenFill xmlns:a14="http://schemas.microsoft.com/office/drawing/2010/main">
                <a:solidFill>
                  <a:srgbClr val="FFFFFF"/>
                </a:solidFill>
              </a14:hiddenFill>
            </a:ext>
          </a:extLst>
        </p:spPr>
      </p:pic>
      <p:sp>
        <p:nvSpPr>
          <p:cNvPr id="19" name="TextBox 18">
            <a:extLst>
              <a:ext uri="{FF2B5EF4-FFF2-40B4-BE49-F238E27FC236}">
                <a16:creationId xmlns:a16="http://schemas.microsoft.com/office/drawing/2014/main" id="{AB988950-778B-CCCA-1756-F17BF815E104}"/>
              </a:ext>
            </a:extLst>
          </p:cNvPr>
          <p:cNvSpPr txBox="1"/>
          <p:nvPr/>
        </p:nvSpPr>
        <p:spPr>
          <a:xfrm>
            <a:off x="1305046" y="3921559"/>
            <a:ext cx="6094070" cy="646331"/>
          </a:xfrm>
          <a:prstGeom prst="rect">
            <a:avLst/>
          </a:prstGeom>
          <a:noFill/>
        </p:spPr>
        <p:txBody>
          <a:bodyPr wrap="square">
            <a:spAutoFit/>
          </a:bodyPr>
          <a:lstStyle/>
          <a:p>
            <a:r>
              <a:rPr lang="en-US" b="1" dirty="0"/>
              <a:t>=Subsidiary Entity is </a:t>
            </a:r>
          </a:p>
          <a:p>
            <a:r>
              <a:rPr lang="en-US" b="1" dirty="0"/>
              <a:t>Controlled by another Entity</a:t>
            </a:r>
          </a:p>
        </p:txBody>
      </p:sp>
      <p:sp>
        <p:nvSpPr>
          <p:cNvPr id="20" name="Oval 19">
            <a:extLst>
              <a:ext uri="{FF2B5EF4-FFF2-40B4-BE49-F238E27FC236}">
                <a16:creationId xmlns:a16="http://schemas.microsoft.com/office/drawing/2014/main" id="{FFEEC306-AEA2-6FF2-9CC9-21046F27FC2F}"/>
              </a:ext>
            </a:extLst>
          </p:cNvPr>
          <p:cNvSpPr/>
          <p:nvPr/>
        </p:nvSpPr>
        <p:spPr>
          <a:xfrm rot="20516958">
            <a:off x="740780" y="761403"/>
            <a:ext cx="7847635" cy="4539907"/>
          </a:xfrm>
          <a:prstGeom prst="ellipse">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sp>
        <p:nvSpPr>
          <p:cNvPr id="21" name="Rectangle 20">
            <a:extLst>
              <a:ext uri="{FF2B5EF4-FFF2-40B4-BE49-F238E27FC236}">
                <a16:creationId xmlns:a16="http://schemas.microsoft.com/office/drawing/2014/main" id="{7FEDE594-45F6-3C79-07F4-0E6511319DDA}"/>
              </a:ext>
            </a:extLst>
          </p:cNvPr>
          <p:cNvSpPr/>
          <p:nvPr/>
        </p:nvSpPr>
        <p:spPr>
          <a:xfrm>
            <a:off x="2507182" y="254113"/>
            <a:ext cx="1886673" cy="874313"/>
          </a:xfrm>
          <a:prstGeom prst="rect">
            <a:avLst/>
          </a:prstGeom>
          <a:ln/>
        </p:spPr>
        <p:style>
          <a:lnRef idx="3">
            <a:schemeClr val="lt1"/>
          </a:lnRef>
          <a:fillRef idx="1">
            <a:schemeClr val="accent5"/>
          </a:fillRef>
          <a:effectRef idx="1">
            <a:schemeClr val="accent5"/>
          </a:effectRef>
          <a:fontRef idx="minor">
            <a:schemeClr val="lt1"/>
          </a:fontRef>
        </p:style>
        <p:txBody>
          <a:bodyPr rtlCol="0" anchor="ctr"/>
          <a:lstStyle/>
          <a:p>
            <a:pPr algn="ctr"/>
            <a:r>
              <a:rPr lang="en-US" b="1" dirty="0"/>
              <a:t>GROUP</a:t>
            </a:r>
          </a:p>
        </p:txBody>
      </p:sp>
      <p:sp>
        <p:nvSpPr>
          <p:cNvPr id="23" name="TextBox 22">
            <a:extLst>
              <a:ext uri="{FF2B5EF4-FFF2-40B4-BE49-F238E27FC236}">
                <a16:creationId xmlns:a16="http://schemas.microsoft.com/office/drawing/2014/main" id="{D63440C6-CCE6-DD5E-0791-237A9F172D28}"/>
              </a:ext>
            </a:extLst>
          </p:cNvPr>
          <p:cNvSpPr txBox="1"/>
          <p:nvPr/>
        </p:nvSpPr>
        <p:spPr>
          <a:xfrm>
            <a:off x="7176304" y="824352"/>
            <a:ext cx="6094070" cy="369332"/>
          </a:xfrm>
          <a:prstGeom prst="rect">
            <a:avLst/>
          </a:prstGeom>
          <a:noFill/>
        </p:spPr>
        <p:txBody>
          <a:bodyPr wrap="square">
            <a:spAutoFit/>
          </a:bodyPr>
          <a:lstStyle/>
          <a:p>
            <a:r>
              <a:rPr lang="en-US" b="1" dirty="0"/>
              <a:t>= Entity that Controls 1 or More entities </a:t>
            </a:r>
          </a:p>
        </p:txBody>
      </p:sp>
      <p:sp>
        <p:nvSpPr>
          <p:cNvPr id="25" name="TextBox 24">
            <a:extLst>
              <a:ext uri="{FF2B5EF4-FFF2-40B4-BE49-F238E27FC236}">
                <a16:creationId xmlns:a16="http://schemas.microsoft.com/office/drawing/2014/main" id="{C8682339-02F8-6C11-5C0B-E9DA08300BD9}"/>
              </a:ext>
            </a:extLst>
          </p:cNvPr>
          <p:cNvSpPr txBox="1"/>
          <p:nvPr/>
        </p:nvSpPr>
        <p:spPr>
          <a:xfrm>
            <a:off x="4409688" y="293960"/>
            <a:ext cx="6632292" cy="369332"/>
          </a:xfrm>
          <a:prstGeom prst="rect">
            <a:avLst/>
          </a:prstGeom>
          <a:noFill/>
        </p:spPr>
        <p:txBody>
          <a:bodyPr wrap="square">
            <a:spAutoFit/>
          </a:bodyPr>
          <a:lstStyle/>
          <a:p>
            <a:r>
              <a:rPr lang="en-US" b="1" dirty="0"/>
              <a:t>=Parent + All Subsidiaries</a:t>
            </a:r>
          </a:p>
        </p:txBody>
      </p:sp>
      <p:sp>
        <p:nvSpPr>
          <p:cNvPr id="26" name="Arrow: Right 25">
            <a:extLst>
              <a:ext uri="{FF2B5EF4-FFF2-40B4-BE49-F238E27FC236}">
                <a16:creationId xmlns:a16="http://schemas.microsoft.com/office/drawing/2014/main" id="{B7598362-1D5A-430C-2D9E-32307E7618D0}"/>
              </a:ext>
            </a:extLst>
          </p:cNvPr>
          <p:cNvSpPr/>
          <p:nvPr/>
        </p:nvSpPr>
        <p:spPr>
          <a:xfrm>
            <a:off x="7013540" y="2520912"/>
            <a:ext cx="3218480" cy="329789"/>
          </a:xfrm>
          <a:prstGeom prst="rightArrow">
            <a:avLst/>
          </a:prstGeom>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pic>
        <p:nvPicPr>
          <p:cNvPr id="4098" name="Picture 2" descr="Manly Handshake Blank Template - Imgflip">
            <a:extLst>
              <a:ext uri="{FF2B5EF4-FFF2-40B4-BE49-F238E27FC236}">
                <a16:creationId xmlns:a16="http://schemas.microsoft.com/office/drawing/2014/main" id="{C3D89307-3581-AFBE-B8DB-B5973F30DCB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725834" y="1472221"/>
            <a:ext cx="1955455" cy="1099943"/>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8" descr="BURGER KING at SM City Grand Central | SM Supermalls">
            <a:extLst>
              <a:ext uri="{FF2B5EF4-FFF2-40B4-BE49-F238E27FC236}">
                <a16:creationId xmlns:a16="http://schemas.microsoft.com/office/drawing/2014/main" id="{96A550D0-8AC0-A6A6-10CC-159F87DC269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192361" y="1868096"/>
            <a:ext cx="1614603" cy="1614603"/>
          </a:xfrm>
          <a:prstGeom prst="rect">
            <a:avLst/>
          </a:prstGeom>
          <a:noFill/>
          <a:extLst>
            <a:ext uri="{909E8E84-426E-40DD-AFC4-6F175D3DCCD1}">
              <a14:hiddenFill xmlns:a14="http://schemas.microsoft.com/office/drawing/2010/main">
                <a:solidFill>
                  <a:srgbClr val="FFFFFF"/>
                </a:solidFill>
              </a14:hiddenFill>
            </a:ext>
          </a:extLst>
        </p:spPr>
      </p:pic>
      <p:sp>
        <p:nvSpPr>
          <p:cNvPr id="29" name="TextBox 28">
            <a:extLst>
              <a:ext uri="{FF2B5EF4-FFF2-40B4-BE49-F238E27FC236}">
                <a16:creationId xmlns:a16="http://schemas.microsoft.com/office/drawing/2014/main" id="{1726B2F1-08C7-FE55-94F8-E4C214E1E4EA}"/>
              </a:ext>
            </a:extLst>
          </p:cNvPr>
          <p:cNvSpPr txBox="1"/>
          <p:nvPr/>
        </p:nvSpPr>
        <p:spPr>
          <a:xfrm>
            <a:off x="9888639" y="3420922"/>
            <a:ext cx="6724890" cy="1200329"/>
          </a:xfrm>
          <a:prstGeom prst="rect">
            <a:avLst/>
          </a:prstGeom>
          <a:noFill/>
        </p:spPr>
        <p:txBody>
          <a:bodyPr wrap="square">
            <a:spAutoFit/>
          </a:bodyPr>
          <a:lstStyle/>
          <a:p>
            <a:r>
              <a:rPr lang="en-US" b="1" dirty="0"/>
              <a:t>= Joint Venture 2 or</a:t>
            </a:r>
          </a:p>
          <a:p>
            <a:r>
              <a:rPr lang="en-US" b="1" dirty="0"/>
              <a:t> More Entities Share </a:t>
            </a:r>
          </a:p>
          <a:p>
            <a:r>
              <a:rPr lang="en-US" b="1" dirty="0"/>
              <a:t>Control a </a:t>
            </a:r>
          </a:p>
          <a:p>
            <a:r>
              <a:rPr lang="en-US" b="1" dirty="0"/>
              <a:t>different Entity </a:t>
            </a:r>
          </a:p>
        </p:txBody>
      </p:sp>
      <p:cxnSp>
        <p:nvCxnSpPr>
          <p:cNvPr id="30" name="Straight Arrow Connector 29">
            <a:extLst>
              <a:ext uri="{FF2B5EF4-FFF2-40B4-BE49-F238E27FC236}">
                <a16:creationId xmlns:a16="http://schemas.microsoft.com/office/drawing/2014/main" id="{990020B6-171E-5BA4-078F-0CEEB0449744}"/>
              </a:ext>
            </a:extLst>
          </p:cNvPr>
          <p:cNvCxnSpPr>
            <a:cxnSpLocks/>
          </p:cNvCxnSpPr>
          <p:nvPr/>
        </p:nvCxnSpPr>
        <p:spPr>
          <a:xfrm>
            <a:off x="5906582" y="3717808"/>
            <a:ext cx="0" cy="14792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4" name="TextBox 33">
            <a:extLst>
              <a:ext uri="{FF2B5EF4-FFF2-40B4-BE49-F238E27FC236}">
                <a16:creationId xmlns:a16="http://schemas.microsoft.com/office/drawing/2014/main" id="{098E768D-C6B1-D9E2-CC60-AF5D31B627AF}"/>
              </a:ext>
            </a:extLst>
          </p:cNvPr>
          <p:cNvSpPr txBox="1"/>
          <p:nvPr/>
        </p:nvSpPr>
        <p:spPr>
          <a:xfrm>
            <a:off x="5981434" y="4473663"/>
            <a:ext cx="8397432" cy="369332"/>
          </a:xfrm>
          <a:prstGeom prst="rect">
            <a:avLst/>
          </a:prstGeom>
          <a:noFill/>
        </p:spPr>
        <p:txBody>
          <a:bodyPr wrap="square">
            <a:spAutoFit/>
          </a:bodyPr>
          <a:lstStyle/>
          <a:p>
            <a:r>
              <a:rPr lang="en-US" b="1" dirty="0"/>
              <a:t>Significant Influence 20% +</a:t>
            </a:r>
          </a:p>
        </p:txBody>
      </p:sp>
      <p:pic>
        <p:nvPicPr>
          <p:cNvPr id="36" name="Picture 6" descr="Milksha PH (@MilkshaPH) • Facebook">
            <a:extLst>
              <a:ext uri="{FF2B5EF4-FFF2-40B4-BE49-F238E27FC236}">
                <a16:creationId xmlns:a16="http://schemas.microsoft.com/office/drawing/2014/main" id="{DD28225C-82C1-2906-2DEF-7248DBF79AB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276960" y="5228283"/>
            <a:ext cx="1439132" cy="1335757"/>
          </a:xfrm>
          <a:prstGeom prst="rect">
            <a:avLst/>
          </a:prstGeom>
          <a:noFill/>
          <a:extLst>
            <a:ext uri="{909E8E84-426E-40DD-AFC4-6F175D3DCCD1}">
              <a14:hiddenFill xmlns:a14="http://schemas.microsoft.com/office/drawing/2010/main">
                <a:solidFill>
                  <a:srgbClr val="FFFFFF"/>
                </a:solidFill>
              </a14:hiddenFill>
            </a:ext>
          </a:extLst>
        </p:spPr>
      </p:pic>
      <p:sp>
        <p:nvSpPr>
          <p:cNvPr id="38" name="TextBox 37">
            <a:extLst>
              <a:ext uri="{FF2B5EF4-FFF2-40B4-BE49-F238E27FC236}">
                <a16:creationId xmlns:a16="http://schemas.microsoft.com/office/drawing/2014/main" id="{5652DCC3-A2B8-85C6-5A26-BB8A9399ADBF}"/>
              </a:ext>
            </a:extLst>
          </p:cNvPr>
          <p:cNvSpPr txBox="1"/>
          <p:nvPr/>
        </p:nvSpPr>
        <p:spPr>
          <a:xfrm>
            <a:off x="6716092" y="5685692"/>
            <a:ext cx="8304834" cy="646331"/>
          </a:xfrm>
          <a:prstGeom prst="rect">
            <a:avLst/>
          </a:prstGeom>
          <a:noFill/>
        </p:spPr>
        <p:txBody>
          <a:bodyPr wrap="square">
            <a:spAutoFit/>
          </a:bodyPr>
          <a:lstStyle/>
          <a:p>
            <a:r>
              <a:rPr lang="en-US" b="1" dirty="0"/>
              <a:t>=an Entity where an Investor has Significant Influence but is</a:t>
            </a:r>
          </a:p>
          <a:p>
            <a:r>
              <a:rPr lang="en-US" b="1" dirty="0"/>
              <a:t> Neither a Subsidiary or a Joint Venture</a:t>
            </a:r>
          </a:p>
        </p:txBody>
      </p:sp>
    </p:spTree>
    <p:extLst>
      <p:ext uri="{BB962C8B-B14F-4D97-AF65-F5344CB8AC3E}">
        <p14:creationId xmlns:p14="http://schemas.microsoft.com/office/powerpoint/2010/main" val="27263221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53" presetClass="entr" presetSubtype="16"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anim calcmode="lin" valueType="num">
                                      <p:cBhvr>
                                        <p:cTn id="15" dur="500" fill="hold"/>
                                        <p:tgtEl>
                                          <p:spTgt spid="7"/>
                                        </p:tgtEl>
                                        <p:attrNameLst>
                                          <p:attrName>ppt_w</p:attrName>
                                        </p:attrNameLst>
                                      </p:cBhvr>
                                      <p:tavLst>
                                        <p:tav tm="0">
                                          <p:val>
                                            <p:fltVal val="0"/>
                                          </p:val>
                                        </p:tav>
                                        <p:tav tm="100000">
                                          <p:val>
                                            <p:strVal val="#ppt_w"/>
                                          </p:val>
                                        </p:tav>
                                      </p:tavLst>
                                    </p:anim>
                                    <p:anim calcmode="lin" valueType="num">
                                      <p:cBhvr>
                                        <p:cTn id="16" dur="500" fill="hold"/>
                                        <p:tgtEl>
                                          <p:spTgt spid="7"/>
                                        </p:tgtEl>
                                        <p:attrNameLst>
                                          <p:attrName>ppt_h</p:attrName>
                                        </p:attrNameLst>
                                      </p:cBhvr>
                                      <p:tavLst>
                                        <p:tav tm="0">
                                          <p:val>
                                            <p:fltVal val="0"/>
                                          </p:val>
                                        </p:tav>
                                        <p:tav tm="100000">
                                          <p:val>
                                            <p:strVal val="#ppt_h"/>
                                          </p:val>
                                        </p:tav>
                                      </p:tavLst>
                                    </p:anim>
                                    <p:animEffect transition="in" filter="fade">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53" presetClass="entr" presetSubtype="16"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 calcmode="lin" valueType="num">
                                      <p:cBhvr>
                                        <p:cTn id="22" dur="500" fill="hold"/>
                                        <p:tgtEl>
                                          <p:spTgt spid="8"/>
                                        </p:tgtEl>
                                        <p:attrNameLst>
                                          <p:attrName>ppt_w</p:attrName>
                                        </p:attrNameLst>
                                      </p:cBhvr>
                                      <p:tavLst>
                                        <p:tav tm="0">
                                          <p:val>
                                            <p:fltVal val="0"/>
                                          </p:val>
                                        </p:tav>
                                        <p:tav tm="100000">
                                          <p:val>
                                            <p:strVal val="#ppt_w"/>
                                          </p:val>
                                        </p:tav>
                                      </p:tavLst>
                                    </p:anim>
                                    <p:anim calcmode="lin" valueType="num">
                                      <p:cBhvr>
                                        <p:cTn id="23" dur="500" fill="hold"/>
                                        <p:tgtEl>
                                          <p:spTgt spid="8"/>
                                        </p:tgtEl>
                                        <p:attrNameLst>
                                          <p:attrName>ppt_h</p:attrName>
                                        </p:attrNameLst>
                                      </p:cBhvr>
                                      <p:tavLst>
                                        <p:tav tm="0">
                                          <p:val>
                                            <p:fltVal val="0"/>
                                          </p:val>
                                        </p:tav>
                                        <p:tav tm="100000">
                                          <p:val>
                                            <p:strVal val="#ppt_h"/>
                                          </p:val>
                                        </p:tav>
                                      </p:tavLst>
                                    </p:anim>
                                    <p:animEffect transition="in" filter="fade">
                                      <p:cBhvr>
                                        <p:cTn id="24" dur="500"/>
                                        <p:tgtEl>
                                          <p:spTgt spid="8"/>
                                        </p:tgtEl>
                                      </p:cBhvr>
                                    </p:animEffect>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14"/>
                                        </p:tgtEl>
                                        <p:attrNameLst>
                                          <p:attrName>style.visibility</p:attrName>
                                        </p:attrNameLst>
                                      </p:cBhvr>
                                      <p:to>
                                        <p:strVal val="visible"/>
                                      </p:to>
                                    </p:set>
                                    <p:anim calcmode="lin" valueType="num">
                                      <p:cBhvr additive="base">
                                        <p:cTn id="29" dur="500" fill="hold"/>
                                        <p:tgtEl>
                                          <p:spTgt spid="14"/>
                                        </p:tgtEl>
                                        <p:attrNameLst>
                                          <p:attrName>ppt_x</p:attrName>
                                        </p:attrNameLst>
                                      </p:cBhvr>
                                      <p:tavLst>
                                        <p:tav tm="0">
                                          <p:val>
                                            <p:strVal val="#ppt_x"/>
                                          </p:val>
                                        </p:tav>
                                        <p:tav tm="100000">
                                          <p:val>
                                            <p:strVal val="#ppt_x"/>
                                          </p:val>
                                        </p:tav>
                                      </p:tavLst>
                                    </p:anim>
                                    <p:anim calcmode="lin" valueType="num">
                                      <p:cBhvr additive="base">
                                        <p:cTn id="30"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53" presetClass="entr" presetSubtype="16" fill="hold" nodeType="clickEffect">
                                  <p:stCondLst>
                                    <p:cond delay="0"/>
                                  </p:stCondLst>
                                  <p:childTnLst>
                                    <p:set>
                                      <p:cBhvr>
                                        <p:cTn id="34" dur="1" fill="hold">
                                          <p:stCondLst>
                                            <p:cond delay="0"/>
                                          </p:stCondLst>
                                        </p:cTn>
                                        <p:tgtEl>
                                          <p:spTgt spid="17"/>
                                        </p:tgtEl>
                                        <p:attrNameLst>
                                          <p:attrName>style.visibility</p:attrName>
                                        </p:attrNameLst>
                                      </p:cBhvr>
                                      <p:to>
                                        <p:strVal val="visible"/>
                                      </p:to>
                                    </p:set>
                                    <p:anim calcmode="lin" valueType="num">
                                      <p:cBhvr>
                                        <p:cTn id="35" dur="500" fill="hold"/>
                                        <p:tgtEl>
                                          <p:spTgt spid="17"/>
                                        </p:tgtEl>
                                        <p:attrNameLst>
                                          <p:attrName>ppt_w</p:attrName>
                                        </p:attrNameLst>
                                      </p:cBhvr>
                                      <p:tavLst>
                                        <p:tav tm="0">
                                          <p:val>
                                            <p:fltVal val="0"/>
                                          </p:val>
                                        </p:tav>
                                        <p:tav tm="100000">
                                          <p:val>
                                            <p:strVal val="#ppt_w"/>
                                          </p:val>
                                        </p:tav>
                                      </p:tavLst>
                                    </p:anim>
                                    <p:anim calcmode="lin" valueType="num">
                                      <p:cBhvr>
                                        <p:cTn id="36" dur="500" fill="hold"/>
                                        <p:tgtEl>
                                          <p:spTgt spid="17"/>
                                        </p:tgtEl>
                                        <p:attrNameLst>
                                          <p:attrName>ppt_h</p:attrName>
                                        </p:attrNameLst>
                                      </p:cBhvr>
                                      <p:tavLst>
                                        <p:tav tm="0">
                                          <p:val>
                                            <p:fltVal val="0"/>
                                          </p:val>
                                        </p:tav>
                                        <p:tav tm="100000">
                                          <p:val>
                                            <p:strVal val="#ppt_h"/>
                                          </p:val>
                                        </p:tav>
                                      </p:tavLst>
                                    </p:anim>
                                    <p:animEffect transition="in" filter="fade">
                                      <p:cBhvr>
                                        <p:cTn id="37" dur="500"/>
                                        <p:tgtEl>
                                          <p:spTgt spid="17"/>
                                        </p:tgtEl>
                                      </p:cBhvr>
                                    </p:animEffect>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grpId="0" nodeType="clickEffect">
                                  <p:stCondLst>
                                    <p:cond delay="0"/>
                                  </p:stCondLst>
                                  <p:childTnLst>
                                    <p:set>
                                      <p:cBhvr>
                                        <p:cTn id="41" dur="1" fill="hold">
                                          <p:stCondLst>
                                            <p:cond delay="0"/>
                                          </p:stCondLst>
                                        </p:cTn>
                                        <p:tgtEl>
                                          <p:spTgt spid="19"/>
                                        </p:tgtEl>
                                        <p:attrNameLst>
                                          <p:attrName>style.visibility</p:attrName>
                                        </p:attrNameLst>
                                      </p:cBhvr>
                                      <p:to>
                                        <p:strVal val="visible"/>
                                      </p:to>
                                    </p:set>
                                    <p:anim calcmode="lin" valueType="num">
                                      <p:cBhvr additive="base">
                                        <p:cTn id="42" dur="500" fill="hold"/>
                                        <p:tgtEl>
                                          <p:spTgt spid="19"/>
                                        </p:tgtEl>
                                        <p:attrNameLst>
                                          <p:attrName>ppt_x</p:attrName>
                                        </p:attrNameLst>
                                      </p:cBhvr>
                                      <p:tavLst>
                                        <p:tav tm="0">
                                          <p:val>
                                            <p:strVal val="#ppt_x"/>
                                          </p:val>
                                        </p:tav>
                                        <p:tav tm="100000">
                                          <p:val>
                                            <p:strVal val="#ppt_x"/>
                                          </p:val>
                                        </p:tav>
                                      </p:tavLst>
                                    </p:anim>
                                    <p:anim calcmode="lin" valueType="num">
                                      <p:cBhvr additive="base">
                                        <p:cTn id="43"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21" presetClass="entr" presetSubtype="1" fill="hold" grpId="0" nodeType="clickEffect">
                                  <p:stCondLst>
                                    <p:cond delay="0"/>
                                  </p:stCondLst>
                                  <p:childTnLst>
                                    <p:set>
                                      <p:cBhvr>
                                        <p:cTn id="47" dur="1" fill="hold">
                                          <p:stCondLst>
                                            <p:cond delay="0"/>
                                          </p:stCondLst>
                                        </p:cTn>
                                        <p:tgtEl>
                                          <p:spTgt spid="20"/>
                                        </p:tgtEl>
                                        <p:attrNameLst>
                                          <p:attrName>style.visibility</p:attrName>
                                        </p:attrNameLst>
                                      </p:cBhvr>
                                      <p:to>
                                        <p:strVal val="visible"/>
                                      </p:to>
                                    </p:set>
                                    <p:animEffect transition="in" filter="wheel(1)">
                                      <p:cBhvr>
                                        <p:cTn id="48" dur="2000"/>
                                        <p:tgtEl>
                                          <p:spTgt spid="20"/>
                                        </p:tgtEl>
                                      </p:cBhvr>
                                    </p:animEffect>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grpId="0" nodeType="clickEffect">
                                  <p:stCondLst>
                                    <p:cond delay="0"/>
                                  </p:stCondLst>
                                  <p:childTnLst>
                                    <p:set>
                                      <p:cBhvr>
                                        <p:cTn id="52" dur="1" fill="hold">
                                          <p:stCondLst>
                                            <p:cond delay="0"/>
                                          </p:stCondLst>
                                        </p:cTn>
                                        <p:tgtEl>
                                          <p:spTgt spid="21"/>
                                        </p:tgtEl>
                                        <p:attrNameLst>
                                          <p:attrName>style.visibility</p:attrName>
                                        </p:attrNameLst>
                                      </p:cBhvr>
                                      <p:to>
                                        <p:strVal val="visible"/>
                                      </p:to>
                                    </p:set>
                                    <p:anim calcmode="lin" valueType="num">
                                      <p:cBhvr additive="base">
                                        <p:cTn id="53" dur="500" fill="hold"/>
                                        <p:tgtEl>
                                          <p:spTgt spid="21"/>
                                        </p:tgtEl>
                                        <p:attrNameLst>
                                          <p:attrName>ppt_x</p:attrName>
                                        </p:attrNameLst>
                                      </p:cBhvr>
                                      <p:tavLst>
                                        <p:tav tm="0">
                                          <p:val>
                                            <p:strVal val="#ppt_x"/>
                                          </p:val>
                                        </p:tav>
                                        <p:tav tm="100000">
                                          <p:val>
                                            <p:strVal val="#ppt_x"/>
                                          </p:val>
                                        </p:tav>
                                      </p:tavLst>
                                    </p:anim>
                                    <p:anim calcmode="lin" valueType="num">
                                      <p:cBhvr additive="base">
                                        <p:cTn id="54"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25"/>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2" presetClass="entr" presetSubtype="4" fill="hold" grpId="0" nodeType="clickEffect">
                                  <p:stCondLst>
                                    <p:cond delay="0"/>
                                  </p:stCondLst>
                                  <p:childTnLst>
                                    <p:set>
                                      <p:cBhvr>
                                        <p:cTn id="62" dur="1" fill="hold">
                                          <p:stCondLst>
                                            <p:cond delay="0"/>
                                          </p:stCondLst>
                                        </p:cTn>
                                        <p:tgtEl>
                                          <p:spTgt spid="26"/>
                                        </p:tgtEl>
                                        <p:attrNameLst>
                                          <p:attrName>style.visibility</p:attrName>
                                        </p:attrNameLst>
                                      </p:cBhvr>
                                      <p:to>
                                        <p:strVal val="visible"/>
                                      </p:to>
                                    </p:set>
                                    <p:anim calcmode="lin" valueType="num">
                                      <p:cBhvr additive="base">
                                        <p:cTn id="63" dur="500" fill="hold"/>
                                        <p:tgtEl>
                                          <p:spTgt spid="26"/>
                                        </p:tgtEl>
                                        <p:attrNameLst>
                                          <p:attrName>ppt_x</p:attrName>
                                        </p:attrNameLst>
                                      </p:cBhvr>
                                      <p:tavLst>
                                        <p:tav tm="0">
                                          <p:val>
                                            <p:strVal val="#ppt_x"/>
                                          </p:val>
                                        </p:tav>
                                        <p:tav tm="100000">
                                          <p:val>
                                            <p:strVal val="#ppt_x"/>
                                          </p:val>
                                        </p:tav>
                                      </p:tavLst>
                                    </p:anim>
                                    <p:anim calcmode="lin" valueType="num">
                                      <p:cBhvr additive="base">
                                        <p:cTn id="64"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4098"/>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45" presetClass="entr" presetSubtype="0" fill="hold" nodeType="clickEffect">
                                  <p:stCondLst>
                                    <p:cond delay="0"/>
                                  </p:stCondLst>
                                  <p:childTnLst>
                                    <p:set>
                                      <p:cBhvr>
                                        <p:cTn id="72" dur="1" fill="hold">
                                          <p:stCondLst>
                                            <p:cond delay="0"/>
                                          </p:stCondLst>
                                        </p:cTn>
                                        <p:tgtEl>
                                          <p:spTgt spid="27"/>
                                        </p:tgtEl>
                                        <p:attrNameLst>
                                          <p:attrName>style.visibility</p:attrName>
                                        </p:attrNameLst>
                                      </p:cBhvr>
                                      <p:to>
                                        <p:strVal val="visible"/>
                                      </p:to>
                                    </p:set>
                                    <p:animEffect transition="in" filter="fade">
                                      <p:cBhvr>
                                        <p:cTn id="73" dur="2000"/>
                                        <p:tgtEl>
                                          <p:spTgt spid="27"/>
                                        </p:tgtEl>
                                      </p:cBhvr>
                                    </p:animEffect>
                                    <p:anim calcmode="lin" valueType="num">
                                      <p:cBhvr>
                                        <p:cTn id="74" dur="2000" fill="hold"/>
                                        <p:tgtEl>
                                          <p:spTgt spid="27"/>
                                        </p:tgtEl>
                                        <p:attrNameLst>
                                          <p:attrName>ppt_w</p:attrName>
                                        </p:attrNameLst>
                                      </p:cBhvr>
                                      <p:tavLst>
                                        <p:tav tm="0" fmla="#ppt_w*sin(2.5*pi*$)">
                                          <p:val>
                                            <p:fltVal val="0"/>
                                          </p:val>
                                        </p:tav>
                                        <p:tav tm="100000">
                                          <p:val>
                                            <p:fltVal val="1"/>
                                          </p:val>
                                        </p:tav>
                                      </p:tavLst>
                                    </p:anim>
                                    <p:anim calcmode="lin" valueType="num">
                                      <p:cBhvr>
                                        <p:cTn id="75" dur="2000" fill="hold"/>
                                        <p:tgtEl>
                                          <p:spTgt spid="27"/>
                                        </p:tgtEl>
                                        <p:attrNameLst>
                                          <p:attrName>ppt_h</p:attrName>
                                        </p:attrNameLst>
                                      </p:cBhvr>
                                      <p:tavLst>
                                        <p:tav tm="0">
                                          <p:val>
                                            <p:strVal val="#ppt_h"/>
                                          </p:val>
                                        </p:tav>
                                        <p:tav tm="100000">
                                          <p:val>
                                            <p:strVal val="#ppt_h"/>
                                          </p:val>
                                        </p:tav>
                                      </p:tavLst>
                                    </p:anim>
                                  </p:childTnLst>
                                </p:cTn>
                              </p:par>
                            </p:childTnLst>
                          </p:cTn>
                        </p:par>
                      </p:childTnLst>
                    </p:cTn>
                  </p:par>
                  <p:par>
                    <p:cTn id="76" fill="hold">
                      <p:stCondLst>
                        <p:cond delay="indefinite"/>
                      </p:stCondLst>
                      <p:childTnLst>
                        <p:par>
                          <p:cTn id="77" fill="hold">
                            <p:stCondLst>
                              <p:cond delay="0"/>
                            </p:stCondLst>
                            <p:childTnLst>
                              <p:par>
                                <p:cTn id="78" presetID="42" presetClass="entr" presetSubtype="0" fill="hold" grpId="0" nodeType="clickEffect">
                                  <p:stCondLst>
                                    <p:cond delay="0"/>
                                  </p:stCondLst>
                                  <p:childTnLst>
                                    <p:set>
                                      <p:cBhvr>
                                        <p:cTn id="79" dur="1" fill="hold">
                                          <p:stCondLst>
                                            <p:cond delay="0"/>
                                          </p:stCondLst>
                                        </p:cTn>
                                        <p:tgtEl>
                                          <p:spTgt spid="29"/>
                                        </p:tgtEl>
                                        <p:attrNameLst>
                                          <p:attrName>style.visibility</p:attrName>
                                        </p:attrNameLst>
                                      </p:cBhvr>
                                      <p:to>
                                        <p:strVal val="visible"/>
                                      </p:to>
                                    </p:set>
                                    <p:animEffect transition="in" filter="fade">
                                      <p:cBhvr>
                                        <p:cTn id="80" dur="1000"/>
                                        <p:tgtEl>
                                          <p:spTgt spid="29"/>
                                        </p:tgtEl>
                                      </p:cBhvr>
                                    </p:animEffect>
                                    <p:anim calcmode="lin" valueType="num">
                                      <p:cBhvr>
                                        <p:cTn id="81" dur="1000" fill="hold"/>
                                        <p:tgtEl>
                                          <p:spTgt spid="29"/>
                                        </p:tgtEl>
                                        <p:attrNameLst>
                                          <p:attrName>ppt_x</p:attrName>
                                        </p:attrNameLst>
                                      </p:cBhvr>
                                      <p:tavLst>
                                        <p:tav tm="0">
                                          <p:val>
                                            <p:strVal val="#ppt_x"/>
                                          </p:val>
                                        </p:tav>
                                        <p:tav tm="100000">
                                          <p:val>
                                            <p:strVal val="#ppt_x"/>
                                          </p:val>
                                        </p:tav>
                                      </p:tavLst>
                                    </p:anim>
                                    <p:anim calcmode="lin" valueType="num">
                                      <p:cBhvr>
                                        <p:cTn id="82" dur="1000" fill="hold"/>
                                        <p:tgtEl>
                                          <p:spTgt spid="29"/>
                                        </p:tgtEl>
                                        <p:attrNameLst>
                                          <p:attrName>ppt_y</p:attrName>
                                        </p:attrNameLst>
                                      </p:cBhvr>
                                      <p:tavLst>
                                        <p:tav tm="0">
                                          <p:val>
                                            <p:strVal val="#ppt_y+.1"/>
                                          </p:val>
                                        </p:tav>
                                        <p:tav tm="100000">
                                          <p:val>
                                            <p:strVal val="#ppt_y"/>
                                          </p:val>
                                        </p:tav>
                                      </p:tavLst>
                                    </p:anim>
                                  </p:childTnLst>
                                </p:cTn>
                              </p:par>
                            </p:childTnLst>
                          </p:cTn>
                        </p:par>
                      </p:childTnLst>
                    </p:cTn>
                  </p:par>
                  <p:par>
                    <p:cTn id="83" fill="hold">
                      <p:stCondLst>
                        <p:cond delay="indefinite"/>
                      </p:stCondLst>
                      <p:childTnLst>
                        <p:par>
                          <p:cTn id="84" fill="hold">
                            <p:stCondLst>
                              <p:cond delay="0"/>
                            </p:stCondLst>
                            <p:childTnLst>
                              <p:par>
                                <p:cTn id="85" presetID="53" presetClass="entr" presetSubtype="16" fill="hold" nodeType="clickEffect">
                                  <p:stCondLst>
                                    <p:cond delay="0"/>
                                  </p:stCondLst>
                                  <p:childTnLst>
                                    <p:set>
                                      <p:cBhvr>
                                        <p:cTn id="86" dur="1" fill="hold">
                                          <p:stCondLst>
                                            <p:cond delay="0"/>
                                          </p:stCondLst>
                                        </p:cTn>
                                        <p:tgtEl>
                                          <p:spTgt spid="30"/>
                                        </p:tgtEl>
                                        <p:attrNameLst>
                                          <p:attrName>style.visibility</p:attrName>
                                        </p:attrNameLst>
                                      </p:cBhvr>
                                      <p:to>
                                        <p:strVal val="visible"/>
                                      </p:to>
                                    </p:set>
                                    <p:anim calcmode="lin" valueType="num">
                                      <p:cBhvr>
                                        <p:cTn id="87" dur="500" fill="hold"/>
                                        <p:tgtEl>
                                          <p:spTgt spid="30"/>
                                        </p:tgtEl>
                                        <p:attrNameLst>
                                          <p:attrName>ppt_w</p:attrName>
                                        </p:attrNameLst>
                                      </p:cBhvr>
                                      <p:tavLst>
                                        <p:tav tm="0">
                                          <p:val>
                                            <p:fltVal val="0"/>
                                          </p:val>
                                        </p:tav>
                                        <p:tav tm="100000">
                                          <p:val>
                                            <p:strVal val="#ppt_w"/>
                                          </p:val>
                                        </p:tav>
                                      </p:tavLst>
                                    </p:anim>
                                    <p:anim calcmode="lin" valueType="num">
                                      <p:cBhvr>
                                        <p:cTn id="88" dur="500" fill="hold"/>
                                        <p:tgtEl>
                                          <p:spTgt spid="30"/>
                                        </p:tgtEl>
                                        <p:attrNameLst>
                                          <p:attrName>ppt_h</p:attrName>
                                        </p:attrNameLst>
                                      </p:cBhvr>
                                      <p:tavLst>
                                        <p:tav tm="0">
                                          <p:val>
                                            <p:fltVal val="0"/>
                                          </p:val>
                                        </p:tav>
                                        <p:tav tm="100000">
                                          <p:val>
                                            <p:strVal val="#ppt_h"/>
                                          </p:val>
                                        </p:tav>
                                      </p:tavLst>
                                    </p:anim>
                                    <p:animEffect transition="in" filter="fade">
                                      <p:cBhvr>
                                        <p:cTn id="89" dur="500"/>
                                        <p:tgtEl>
                                          <p:spTgt spid="30"/>
                                        </p:tgtEl>
                                      </p:cBhvr>
                                    </p:animEffect>
                                  </p:childTnLst>
                                </p:cTn>
                              </p:par>
                            </p:childTnLst>
                          </p:cTn>
                        </p:par>
                      </p:childTnLst>
                    </p:cTn>
                  </p:par>
                  <p:par>
                    <p:cTn id="90" fill="hold">
                      <p:stCondLst>
                        <p:cond delay="indefinite"/>
                      </p:stCondLst>
                      <p:childTnLst>
                        <p:par>
                          <p:cTn id="91" fill="hold">
                            <p:stCondLst>
                              <p:cond delay="0"/>
                            </p:stCondLst>
                            <p:childTnLst>
                              <p:par>
                                <p:cTn id="92" presetID="2" presetClass="entr" presetSubtype="4" fill="hold" nodeType="clickEffect">
                                  <p:stCondLst>
                                    <p:cond delay="0"/>
                                  </p:stCondLst>
                                  <p:childTnLst>
                                    <p:set>
                                      <p:cBhvr>
                                        <p:cTn id="93" dur="1" fill="hold">
                                          <p:stCondLst>
                                            <p:cond delay="0"/>
                                          </p:stCondLst>
                                        </p:cTn>
                                        <p:tgtEl>
                                          <p:spTgt spid="36"/>
                                        </p:tgtEl>
                                        <p:attrNameLst>
                                          <p:attrName>style.visibility</p:attrName>
                                        </p:attrNameLst>
                                      </p:cBhvr>
                                      <p:to>
                                        <p:strVal val="visible"/>
                                      </p:to>
                                    </p:set>
                                    <p:anim calcmode="lin" valueType="num">
                                      <p:cBhvr additive="base">
                                        <p:cTn id="94" dur="500" fill="hold"/>
                                        <p:tgtEl>
                                          <p:spTgt spid="36"/>
                                        </p:tgtEl>
                                        <p:attrNameLst>
                                          <p:attrName>ppt_x</p:attrName>
                                        </p:attrNameLst>
                                      </p:cBhvr>
                                      <p:tavLst>
                                        <p:tav tm="0">
                                          <p:val>
                                            <p:strVal val="#ppt_x"/>
                                          </p:val>
                                        </p:tav>
                                        <p:tav tm="100000">
                                          <p:val>
                                            <p:strVal val="#ppt_x"/>
                                          </p:val>
                                        </p:tav>
                                      </p:tavLst>
                                    </p:anim>
                                    <p:anim calcmode="lin" valueType="num">
                                      <p:cBhvr additive="base">
                                        <p:cTn id="95" dur="500" fill="hold"/>
                                        <p:tgtEl>
                                          <p:spTgt spid="36"/>
                                        </p:tgtEl>
                                        <p:attrNameLst>
                                          <p:attrName>ppt_y</p:attrName>
                                        </p:attrNameLst>
                                      </p:cBhvr>
                                      <p:tavLst>
                                        <p:tav tm="0">
                                          <p:val>
                                            <p:strVal val="1+#ppt_h/2"/>
                                          </p:val>
                                        </p:tav>
                                        <p:tav tm="100000">
                                          <p:val>
                                            <p:strVal val="#ppt_y"/>
                                          </p:val>
                                        </p:tav>
                                      </p:tavLst>
                                    </p:anim>
                                  </p:childTnLst>
                                </p:cTn>
                              </p:par>
                            </p:childTnLst>
                          </p:cTn>
                        </p:par>
                      </p:childTnLst>
                    </p:cTn>
                  </p:par>
                  <p:par>
                    <p:cTn id="96" fill="hold">
                      <p:stCondLst>
                        <p:cond delay="indefinite"/>
                      </p:stCondLst>
                      <p:childTnLst>
                        <p:par>
                          <p:cTn id="97" fill="hold">
                            <p:stCondLst>
                              <p:cond delay="0"/>
                            </p:stCondLst>
                            <p:childTnLst>
                              <p:par>
                                <p:cTn id="98" presetID="1" presetClass="entr" presetSubtype="0" fill="hold" grpId="0" nodeType="clickEffect">
                                  <p:stCondLst>
                                    <p:cond delay="0"/>
                                  </p:stCondLst>
                                  <p:childTnLst>
                                    <p:set>
                                      <p:cBhvr>
                                        <p:cTn id="99" dur="1" fill="hold">
                                          <p:stCondLst>
                                            <p:cond delay="0"/>
                                          </p:stCondLst>
                                        </p:cTn>
                                        <p:tgtEl>
                                          <p:spTgt spid="38"/>
                                        </p:tgtEl>
                                        <p:attrNameLst>
                                          <p:attrName>style.visibility</p:attrName>
                                        </p:attrNameLst>
                                      </p:cBhvr>
                                      <p:to>
                                        <p:strVal val="visible"/>
                                      </p:to>
                                    </p:set>
                                  </p:childTnLst>
                                </p:cTn>
                              </p:par>
                            </p:childTnLst>
                          </p:cTn>
                        </p:par>
                      </p:childTnLst>
                    </p:cTn>
                  </p:par>
                  <p:par>
                    <p:cTn id="100" fill="hold">
                      <p:stCondLst>
                        <p:cond delay="indefinite"/>
                      </p:stCondLst>
                      <p:childTnLst>
                        <p:par>
                          <p:cTn id="101" fill="hold">
                            <p:stCondLst>
                              <p:cond delay="0"/>
                            </p:stCondLst>
                            <p:childTnLst>
                              <p:par>
                                <p:cTn id="102" presetID="1" presetClass="entr" presetSubtype="0" fill="hold" grpId="0" nodeType="clickEffect">
                                  <p:stCondLst>
                                    <p:cond delay="0"/>
                                  </p:stCondLst>
                                  <p:childTnLst>
                                    <p:set>
                                      <p:cBhvr>
                                        <p:cTn id="103"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animBg="1"/>
      <p:bldP spid="19" grpId="0"/>
      <p:bldP spid="20" grpId="0" animBg="1"/>
      <p:bldP spid="21" grpId="0" animBg="1"/>
      <p:bldP spid="23" grpId="0"/>
      <p:bldP spid="25" grpId="0"/>
      <p:bldP spid="26" grpId="0" animBg="1"/>
      <p:bldP spid="29" grpId="0"/>
      <p:bldP spid="34" grpId="0"/>
      <p:bldP spid="3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5416429-38E8-93D3-ED61-C84869FA4D6A}"/>
              </a:ext>
            </a:extLst>
          </p:cNvPr>
          <p:cNvSpPr>
            <a:spLocks noGrp="1"/>
          </p:cNvSpPr>
          <p:nvPr>
            <p:ph type="body" sz="quarter" idx="12"/>
          </p:nvPr>
        </p:nvSpPr>
        <p:spPr/>
        <p:txBody>
          <a:bodyPr/>
          <a:lstStyle/>
          <a:p>
            <a:endParaRPr lang="en-US" dirty="0"/>
          </a:p>
        </p:txBody>
      </p:sp>
      <p:sp>
        <p:nvSpPr>
          <p:cNvPr id="3" name="Picture Placeholder 2">
            <a:extLst>
              <a:ext uri="{FF2B5EF4-FFF2-40B4-BE49-F238E27FC236}">
                <a16:creationId xmlns:a16="http://schemas.microsoft.com/office/drawing/2014/main" id="{0B7C4FEC-1362-6ED2-9E85-B2BDA307841F}"/>
              </a:ext>
            </a:extLst>
          </p:cNvPr>
          <p:cNvSpPr>
            <a:spLocks noGrp="1"/>
          </p:cNvSpPr>
          <p:nvPr>
            <p:ph type="pic" sz="quarter" idx="13"/>
          </p:nvPr>
        </p:nvSpPr>
        <p:spPr/>
        <p:txBody>
          <a:bodyPr/>
          <a:lstStyle/>
          <a:p>
            <a:endParaRPr lang="en-US"/>
          </a:p>
        </p:txBody>
      </p:sp>
      <p:sp>
        <p:nvSpPr>
          <p:cNvPr id="4" name="Title 3">
            <a:extLst>
              <a:ext uri="{FF2B5EF4-FFF2-40B4-BE49-F238E27FC236}">
                <a16:creationId xmlns:a16="http://schemas.microsoft.com/office/drawing/2014/main" id="{C717B257-3A12-CBFD-B0FE-6829F5A7D915}"/>
              </a:ext>
            </a:extLst>
          </p:cNvPr>
          <p:cNvSpPr>
            <a:spLocks noGrp="1"/>
          </p:cNvSpPr>
          <p:nvPr>
            <p:ph type="title"/>
          </p:nvPr>
        </p:nvSpPr>
        <p:spPr/>
        <p:txBody>
          <a:bodyPr/>
          <a:lstStyle/>
          <a:p>
            <a:endParaRPr lang="en-US"/>
          </a:p>
        </p:txBody>
      </p:sp>
      <p:pic>
        <p:nvPicPr>
          <p:cNvPr id="5" name="Picture 4" descr="eLearning">
            <a:extLst>
              <a:ext uri="{FF2B5EF4-FFF2-40B4-BE49-F238E27FC236}">
                <a16:creationId xmlns:a16="http://schemas.microsoft.com/office/drawing/2014/main" id="{180985FE-755B-D5F4-5A39-ED956F0939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3717" y="5578997"/>
            <a:ext cx="2096886" cy="1200439"/>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E56D6F7B-F3CA-6046-E848-14831E560123}"/>
              </a:ext>
            </a:extLst>
          </p:cNvPr>
          <p:cNvSpPr txBox="1"/>
          <p:nvPr/>
        </p:nvSpPr>
        <p:spPr>
          <a:xfrm>
            <a:off x="553717" y="435881"/>
            <a:ext cx="6094070" cy="369332"/>
          </a:xfrm>
          <a:prstGeom prst="rect">
            <a:avLst/>
          </a:prstGeom>
          <a:noFill/>
        </p:spPr>
        <p:txBody>
          <a:bodyPr wrap="square">
            <a:spAutoFit/>
          </a:bodyPr>
          <a:lstStyle/>
          <a:p>
            <a:r>
              <a:rPr lang="en-US" b="1" dirty="0"/>
              <a:t>TYPES OF INVESTMENTS</a:t>
            </a:r>
          </a:p>
        </p:txBody>
      </p:sp>
      <p:sp>
        <p:nvSpPr>
          <p:cNvPr id="8" name="Oval 7">
            <a:extLst>
              <a:ext uri="{FF2B5EF4-FFF2-40B4-BE49-F238E27FC236}">
                <a16:creationId xmlns:a16="http://schemas.microsoft.com/office/drawing/2014/main" id="{139B87A4-D094-B3A6-464D-01B7CABE7295}"/>
              </a:ext>
            </a:extLst>
          </p:cNvPr>
          <p:cNvSpPr/>
          <p:nvPr/>
        </p:nvSpPr>
        <p:spPr>
          <a:xfrm>
            <a:off x="2981824" y="1074965"/>
            <a:ext cx="2096886" cy="784831"/>
          </a:xfrm>
          <a:prstGeom prst="ellipse">
            <a:avLst/>
          </a:prstGeom>
          <a:ln/>
        </p:spPr>
        <p:style>
          <a:lnRef idx="0">
            <a:schemeClr val="accent4"/>
          </a:lnRef>
          <a:fillRef idx="3">
            <a:schemeClr val="accent4"/>
          </a:fillRef>
          <a:effectRef idx="3">
            <a:schemeClr val="accent4"/>
          </a:effectRef>
          <a:fontRef idx="minor">
            <a:schemeClr val="lt1"/>
          </a:fontRef>
        </p:style>
        <p:txBody>
          <a:bodyPr rtlCol="0" anchor="ctr"/>
          <a:lstStyle/>
          <a:p>
            <a:pPr algn="ctr"/>
            <a:r>
              <a:rPr lang="en-US" b="1" dirty="0"/>
              <a:t>SUBSIDIARY</a:t>
            </a:r>
          </a:p>
        </p:txBody>
      </p:sp>
      <p:sp>
        <p:nvSpPr>
          <p:cNvPr id="9" name="Oval 8">
            <a:extLst>
              <a:ext uri="{FF2B5EF4-FFF2-40B4-BE49-F238E27FC236}">
                <a16:creationId xmlns:a16="http://schemas.microsoft.com/office/drawing/2014/main" id="{7010E3BE-BC0C-6BD0-F99E-81AA63818A47}"/>
              </a:ext>
            </a:extLst>
          </p:cNvPr>
          <p:cNvSpPr/>
          <p:nvPr/>
        </p:nvSpPr>
        <p:spPr>
          <a:xfrm>
            <a:off x="6294293" y="1055624"/>
            <a:ext cx="2096886" cy="784831"/>
          </a:xfrm>
          <a:prstGeom prst="ellipse">
            <a:avLst/>
          </a:prstGeom>
          <a:ln/>
        </p:spPr>
        <p:style>
          <a:lnRef idx="0">
            <a:schemeClr val="accent4"/>
          </a:lnRef>
          <a:fillRef idx="3">
            <a:schemeClr val="accent4"/>
          </a:fillRef>
          <a:effectRef idx="3">
            <a:schemeClr val="accent4"/>
          </a:effectRef>
          <a:fontRef idx="minor">
            <a:schemeClr val="lt1"/>
          </a:fontRef>
        </p:style>
        <p:txBody>
          <a:bodyPr rtlCol="0" anchor="ctr"/>
          <a:lstStyle/>
          <a:p>
            <a:pPr algn="ctr"/>
            <a:r>
              <a:rPr lang="en-US" b="1" dirty="0"/>
              <a:t>ASSOCIATE</a:t>
            </a:r>
          </a:p>
        </p:txBody>
      </p:sp>
      <p:sp>
        <p:nvSpPr>
          <p:cNvPr id="10" name="Oval 9">
            <a:extLst>
              <a:ext uri="{FF2B5EF4-FFF2-40B4-BE49-F238E27FC236}">
                <a16:creationId xmlns:a16="http://schemas.microsoft.com/office/drawing/2014/main" id="{919A1E44-3272-FEEA-5579-71FEA1752188}"/>
              </a:ext>
            </a:extLst>
          </p:cNvPr>
          <p:cNvSpPr/>
          <p:nvPr/>
        </p:nvSpPr>
        <p:spPr>
          <a:xfrm>
            <a:off x="9692131" y="1095318"/>
            <a:ext cx="2096886" cy="784831"/>
          </a:xfrm>
          <a:prstGeom prst="ellipse">
            <a:avLst/>
          </a:prstGeom>
          <a:ln/>
        </p:spPr>
        <p:style>
          <a:lnRef idx="0">
            <a:schemeClr val="accent4"/>
          </a:lnRef>
          <a:fillRef idx="3">
            <a:schemeClr val="accent4"/>
          </a:fillRef>
          <a:effectRef idx="3">
            <a:schemeClr val="accent4"/>
          </a:effectRef>
          <a:fontRef idx="minor">
            <a:schemeClr val="lt1"/>
          </a:fontRef>
        </p:style>
        <p:txBody>
          <a:bodyPr rtlCol="0" anchor="ctr"/>
          <a:lstStyle/>
          <a:p>
            <a:pPr algn="ctr"/>
            <a:r>
              <a:rPr lang="en-US" sz="1500" b="1" dirty="0"/>
              <a:t>JOINT ARRANGEMENT</a:t>
            </a:r>
          </a:p>
        </p:txBody>
      </p:sp>
      <p:cxnSp>
        <p:nvCxnSpPr>
          <p:cNvPr id="12" name="Straight Connector 11">
            <a:extLst>
              <a:ext uri="{FF2B5EF4-FFF2-40B4-BE49-F238E27FC236}">
                <a16:creationId xmlns:a16="http://schemas.microsoft.com/office/drawing/2014/main" id="{75B9D2E3-9FEE-865B-A524-3D8E65F66BC8}"/>
              </a:ext>
            </a:extLst>
          </p:cNvPr>
          <p:cNvCxnSpPr>
            <a:cxnSpLocks/>
          </p:cNvCxnSpPr>
          <p:nvPr/>
        </p:nvCxnSpPr>
        <p:spPr>
          <a:xfrm>
            <a:off x="72901" y="2044700"/>
            <a:ext cx="12192000" cy="0"/>
          </a:xfrm>
          <a:prstGeom prst="line">
            <a:avLst/>
          </a:prstGeom>
        </p:spPr>
        <p:style>
          <a:lnRef idx="3">
            <a:schemeClr val="dk1"/>
          </a:lnRef>
          <a:fillRef idx="0">
            <a:schemeClr val="dk1"/>
          </a:fillRef>
          <a:effectRef idx="2">
            <a:schemeClr val="dk1"/>
          </a:effectRef>
          <a:fontRef idx="minor">
            <a:schemeClr val="tx1"/>
          </a:fontRef>
        </p:style>
      </p:cxnSp>
      <p:sp>
        <p:nvSpPr>
          <p:cNvPr id="14" name="Rectangle 13">
            <a:extLst>
              <a:ext uri="{FF2B5EF4-FFF2-40B4-BE49-F238E27FC236}">
                <a16:creationId xmlns:a16="http://schemas.microsoft.com/office/drawing/2014/main" id="{D9B2DBD9-F49E-A48C-A0A5-10F1EBC82060}"/>
              </a:ext>
            </a:extLst>
          </p:cNvPr>
          <p:cNvSpPr/>
          <p:nvPr/>
        </p:nvSpPr>
        <p:spPr>
          <a:xfrm>
            <a:off x="177845" y="2485662"/>
            <a:ext cx="1342664" cy="567159"/>
          </a:xfrm>
          <a:prstGeom prst="rect">
            <a:avLst/>
          </a:prstGeom>
          <a:ln/>
        </p:spPr>
        <p:style>
          <a:lnRef idx="0">
            <a:schemeClr val="accent1"/>
          </a:lnRef>
          <a:fillRef idx="3">
            <a:schemeClr val="accent1"/>
          </a:fillRef>
          <a:effectRef idx="3">
            <a:schemeClr val="accent1"/>
          </a:effectRef>
          <a:fontRef idx="minor">
            <a:schemeClr val="lt1"/>
          </a:fontRef>
        </p:style>
        <p:txBody>
          <a:bodyPr rtlCol="0" anchor="ctr"/>
          <a:lstStyle/>
          <a:p>
            <a:pPr algn="ctr"/>
            <a:r>
              <a:rPr lang="en-US" b="1" dirty="0"/>
              <a:t>CRITERIA</a:t>
            </a:r>
          </a:p>
        </p:txBody>
      </p:sp>
      <p:cxnSp>
        <p:nvCxnSpPr>
          <p:cNvPr id="15" name="Straight Connector 14">
            <a:extLst>
              <a:ext uri="{FF2B5EF4-FFF2-40B4-BE49-F238E27FC236}">
                <a16:creationId xmlns:a16="http://schemas.microsoft.com/office/drawing/2014/main" id="{B26EA16C-86E9-F6AF-5D6F-E3B7ED83FA6D}"/>
              </a:ext>
            </a:extLst>
          </p:cNvPr>
          <p:cNvCxnSpPr>
            <a:cxnSpLocks/>
          </p:cNvCxnSpPr>
          <p:nvPr/>
        </p:nvCxnSpPr>
        <p:spPr>
          <a:xfrm>
            <a:off x="-54216" y="3369037"/>
            <a:ext cx="12192000" cy="0"/>
          </a:xfrm>
          <a:prstGeom prst="line">
            <a:avLst/>
          </a:prstGeom>
        </p:spPr>
        <p:style>
          <a:lnRef idx="3">
            <a:schemeClr val="dk1"/>
          </a:lnRef>
          <a:fillRef idx="0">
            <a:schemeClr val="dk1"/>
          </a:fillRef>
          <a:effectRef idx="2">
            <a:schemeClr val="dk1"/>
          </a:effectRef>
          <a:fontRef idx="minor">
            <a:schemeClr val="tx1"/>
          </a:fontRef>
        </p:style>
      </p:cxnSp>
      <p:cxnSp>
        <p:nvCxnSpPr>
          <p:cNvPr id="16" name="Straight Connector 15">
            <a:extLst>
              <a:ext uri="{FF2B5EF4-FFF2-40B4-BE49-F238E27FC236}">
                <a16:creationId xmlns:a16="http://schemas.microsoft.com/office/drawing/2014/main" id="{3A99131B-1679-688A-D2F7-B3228C2087B4}"/>
              </a:ext>
            </a:extLst>
          </p:cNvPr>
          <p:cNvCxnSpPr>
            <a:cxnSpLocks/>
          </p:cNvCxnSpPr>
          <p:nvPr/>
        </p:nvCxnSpPr>
        <p:spPr>
          <a:xfrm>
            <a:off x="0" y="4516860"/>
            <a:ext cx="12192000" cy="0"/>
          </a:xfrm>
          <a:prstGeom prst="line">
            <a:avLst/>
          </a:prstGeom>
        </p:spPr>
        <p:style>
          <a:lnRef idx="3">
            <a:schemeClr val="dk1"/>
          </a:lnRef>
          <a:fillRef idx="0">
            <a:schemeClr val="dk1"/>
          </a:fillRef>
          <a:effectRef idx="2">
            <a:schemeClr val="dk1"/>
          </a:effectRef>
          <a:fontRef idx="minor">
            <a:schemeClr val="tx1"/>
          </a:fontRef>
        </p:style>
      </p:cxnSp>
      <p:cxnSp>
        <p:nvCxnSpPr>
          <p:cNvPr id="18" name="Straight Connector 17">
            <a:extLst>
              <a:ext uri="{FF2B5EF4-FFF2-40B4-BE49-F238E27FC236}">
                <a16:creationId xmlns:a16="http://schemas.microsoft.com/office/drawing/2014/main" id="{34F85ED6-D205-8CBE-9FC7-8E0B2CD53BA3}"/>
              </a:ext>
            </a:extLst>
          </p:cNvPr>
          <p:cNvCxnSpPr>
            <a:cxnSpLocks/>
          </p:cNvCxnSpPr>
          <p:nvPr/>
        </p:nvCxnSpPr>
        <p:spPr>
          <a:xfrm>
            <a:off x="5474825" y="2044700"/>
            <a:ext cx="0" cy="3534297"/>
          </a:xfrm>
          <a:prstGeom prst="line">
            <a:avLst/>
          </a:prstGeom>
        </p:spPr>
        <p:style>
          <a:lnRef idx="3">
            <a:schemeClr val="dk1"/>
          </a:lnRef>
          <a:fillRef idx="0">
            <a:schemeClr val="dk1"/>
          </a:fillRef>
          <a:effectRef idx="2">
            <a:schemeClr val="dk1"/>
          </a:effectRef>
          <a:fontRef idx="minor">
            <a:schemeClr val="tx1"/>
          </a:fontRef>
        </p:style>
      </p:cxnSp>
      <p:cxnSp>
        <p:nvCxnSpPr>
          <p:cNvPr id="19" name="Straight Connector 18">
            <a:extLst>
              <a:ext uri="{FF2B5EF4-FFF2-40B4-BE49-F238E27FC236}">
                <a16:creationId xmlns:a16="http://schemas.microsoft.com/office/drawing/2014/main" id="{B4D70890-DB23-B121-7BCD-7AE4E964088C}"/>
              </a:ext>
            </a:extLst>
          </p:cNvPr>
          <p:cNvCxnSpPr>
            <a:cxnSpLocks/>
          </p:cNvCxnSpPr>
          <p:nvPr/>
        </p:nvCxnSpPr>
        <p:spPr>
          <a:xfrm>
            <a:off x="9354273" y="2044700"/>
            <a:ext cx="0" cy="3504236"/>
          </a:xfrm>
          <a:prstGeom prst="line">
            <a:avLst/>
          </a:prstGeom>
        </p:spPr>
        <p:style>
          <a:lnRef idx="3">
            <a:schemeClr val="dk1"/>
          </a:lnRef>
          <a:fillRef idx="0">
            <a:schemeClr val="dk1"/>
          </a:fillRef>
          <a:effectRef idx="2">
            <a:schemeClr val="dk1"/>
          </a:effectRef>
          <a:fontRef idx="minor">
            <a:schemeClr val="tx1"/>
          </a:fontRef>
        </p:style>
      </p:cxnSp>
      <p:cxnSp>
        <p:nvCxnSpPr>
          <p:cNvPr id="20" name="Straight Connector 19">
            <a:extLst>
              <a:ext uri="{FF2B5EF4-FFF2-40B4-BE49-F238E27FC236}">
                <a16:creationId xmlns:a16="http://schemas.microsoft.com/office/drawing/2014/main" id="{AE1A18F0-3074-1822-AE6A-BCC4177CDB6A}"/>
              </a:ext>
            </a:extLst>
          </p:cNvPr>
          <p:cNvCxnSpPr>
            <a:cxnSpLocks/>
          </p:cNvCxnSpPr>
          <p:nvPr/>
        </p:nvCxnSpPr>
        <p:spPr>
          <a:xfrm flipH="1">
            <a:off x="2650603" y="2044700"/>
            <a:ext cx="1929" cy="3560763"/>
          </a:xfrm>
          <a:prstGeom prst="line">
            <a:avLst/>
          </a:prstGeom>
        </p:spPr>
        <p:style>
          <a:lnRef idx="3">
            <a:schemeClr val="dk1"/>
          </a:lnRef>
          <a:fillRef idx="0">
            <a:schemeClr val="dk1"/>
          </a:fillRef>
          <a:effectRef idx="2">
            <a:schemeClr val="dk1"/>
          </a:effectRef>
          <a:fontRef idx="minor">
            <a:schemeClr val="tx1"/>
          </a:fontRef>
        </p:style>
      </p:cxnSp>
      <p:sp>
        <p:nvSpPr>
          <p:cNvPr id="22" name="Rectangle 21">
            <a:extLst>
              <a:ext uri="{FF2B5EF4-FFF2-40B4-BE49-F238E27FC236}">
                <a16:creationId xmlns:a16="http://schemas.microsoft.com/office/drawing/2014/main" id="{3690AC76-A4B0-78C9-7FFA-F09A11A7AE5D}"/>
              </a:ext>
            </a:extLst>
          </p:cNvPr>
          <p:cNvSpPr/>
          <p:nvPr/>
        </p:nvSpPr>
        <p:spPr>
          <a:xfrm>
            <a:off x="177845" y="3726405"/>
            <a:ext cx="1342664" cy="567159"/>
          </a:xfrm>
          <a:prstGeom prst="rect">
            <a:avLst/>
          </a:prstGeom>
          <a:ln/>
        </p:spPr>
        <p:style>
          <a:lnRef idx="0">
            <a:schemeClr val="accent1"/>
          </a:lnRef>
          <a:fillRef idx="3">
            <a:schemeClr val="accent1"/>
          </a:fillRef>
          <a:effectRef idx="3">
            <a:schemeClr val="accent1"/>
          </a:effectRef>
          <a:fontRef idx="minor">
            <a:schemeClr val="lt1"/>
          </a:fontRef>
        </p:style>
        <p:txBody>
          <a:bodyPr rtlCol="0" anchor="ctr"/>
          <a:lstStyle/>
          <a:p>
            <a:pPr algn="ctr"/>
            <a:r>
              <a:rPr lang="en-US" b="1" dirty="0"/>
              <a:t>SHARE Indicator</a:t>
            </a:r>
          </a:p>
        </p:txBody>
      </p:sp>
      <p:sp>
        <p:nvSpPr>
          <p:cNvPr id="23" name="Rectangle 22">
            <a:extLst>
              <a:ext uri="{FF2B5EF4-FFF2-40B4-BE49-F238E27FC236}">
                <a16:creationId xmlns:a16="http://schemas.microsoft.com/office/drawing/2014/main" id="{6A769A26-F23B-B5DD-BBF2-BE1B0430ABC0}"/>
              </a:ext>
            </a:extLst>
          </p:cNvPr>
          <p:cNvSpPr/>
          <p:nvPr/>
        </p:nvSpPr>
        <p:spPr>
          <a:xfrm>
            <a:off x="208344" y="4832159"/>
            <a:ext cx="1342664" cy="567159"/>
          </a:xfrm>
          <a:prstGeom prst="rect">
            <a:avLst/>
          </a:prstGeom>
          <a:ln/>
        </p:spPr>
        <p:style>
          <a:lnRef idx="0">
            <a:schemeClr val="accent1"/>
          </a:lnRef>
          <a:fillRef idx="3">
            <a:schemeClr val="accent1"/>
          </a:fillRef>
          <a:effectRef idx="3">
            <a:schemeClr val="accent1"/>
          </a:effectRef>
          <a:fontRef idx="minor">
            <a:schemeClr val="lt1"/>
          </a:fontRef>
        </p:style>
        <p:txBody>
          <a:bodyPr rtlCol="0" anchor="ctr"/>
          <a:lstStyle/>
          <a:p>
            <a:pPr algn="ctr"/>
            <a:r>
              <a:rPr lang="en-US" b="1" dirty="0"/>
              <a:t>Accounting Treatment</a:t>
            </a:r>
          </a:p>
        </p:txBody>
      </p:sp>
      <p:sp>
        <p:nvSpPr>
          <p:cNvPr id="24" name="TextBox 23">
            <a:extLst>
              <a:ext uri="{FF2B5EF4-FFF2-40B4-BE49-F238E27FC236}">
                <a16:creationId xmlns:a16="http://schemas.microsoft.com/office/drawing/2014/main" id="{8C88991B-825B-F088-008E-19FEEC7527D0}"/>
              </a:ext>
            </a:extLst>
          </p:cNvPr>
          <p:cNvSpPr txBox="1"/>
          <p:nvPr/>
        </p:nvSpPr>
        <p:spPr>
          <a:xfrm>
            <a:off x="3483583" y="2591214"/>
            <a:ext cx="1755048" cy="369332"/>
          </a:xfrm>
          <a:prstGeom prst="rect">
            <a:avLst/>
          </a:prstGeom>
          <a:noFill/>
        </p:spPr>
        <p:txBody>
          <a:bodyPr wrap="square" rtlCol="0">
            <a:spAutoFit/>
          </a:bodyPr>
          <a:lstStyle/>
          <a:p>
            <a:r>
              <a:rPr lang="en-US" b="1" dirty="0"/>
              <a:t>Control</a:t>
            </a:r>
          </a:p>
        </p:txBody>
      </p:sp>
      <p:sp>
        <p:nvSpPr>
          <p:cNvPr id="26" name="TextBox 25">
            <a:extLst>
              <a:ext uri="{FF2B5EF4-FFF2-40B4-BE49-F238E27FC236}">
                <a16:creationId xmlns:a16="http://schemas.microsoft.com/office/drawing/2014/main" id="{B6A05B32-121F-3BA1-803E-F6E64BC8A4DD}"/>
              </a:ext>
            </a:extLst>
          </p:cNvPr>
          <p:cNvSpPr txBox="1"/>
          <p:nvPr/>
        </p:nvSpPr>
        <p:spPr>
          <a:xfrm>
            <a:off x="6294293" y="2526543"/>
            <a:ext cx="6134582" cy="369332"/>
          </a:xfrm>
          <a:prstGeom prst="rect">
            <a:avLst/>
          </a:prstGeom>
          <a:noFill/>
        </p:spPr>
        <p:txBody>
          <a:bodyPr wrap="square">
            <a:spAutoFit/>
          </a:bodyPr>
          <a:lstStyle/>
          <a:p>
            <a:r>
              <a:rPr lang="en-US" b="1" dirty="0"/>
              <a:t>Significant Influence</a:t>
            </a:r>
            <a:endParaRPr lang="en-US" dirty="0"/>
          </a:p>
        </p:txBody>
      </p:sp>
      <p:sp>
        <p:nvSpPr>
          <p:cNvPr id="28" name="TextBox 27">
            <a:extLst>
              <a:ext uri="{FF2B5EF4-FFF2-40B4-BE49-F238E27FC236}">
                <a16:creationId xmlns:a16="http://schemas.microsoft.com/office/drawing/2014/main" id="{7DBED798-F3BD-8F93-5BA1-10ABC767481D}"/>
              </a:ext>
            </a:extLst>
          </p:cNvPr>
          <p:cNvSpPr txBox="1"/>
          <p:nvPr/>
        </p:nvSpPr>
        <p:spPr>
          <a:xfrm>
            <a:off x="10126072" y="2526543"/>
            <a:ext cx="6244540" cy="369332"/>
          </a:xfrm>
          <a:prstGeom prst="rect">
            <a:avLst/>
          </a:prstGeom>
          <a:noFill/>
        </p:spPr>
        <p:txBody>
          <a:bodyPr wrap="square">
            <a:spAutoFit/>
          </a:bodyPr>
          <a:lstStyle/>
          <a:p>
            <a:r>
              <a:rPr lang="en-US" b="1" dirty="0"/>
              <a:t>Joint control</a:t>
            </a:r>
            <a:endParaRPr lang="en-US" dirty="0"/>
          </a:p>
        </p:txBody>
      </p:sp>
      <p:cxnSp>
        <p:nvCxnSpPr>
          <p:cNvPr id="32" name="Straight Connector 31">
            <a:extLst>
              <a:ext uri="{FF2B5EF4-FFF2-40B4-BE49-F238E27FC236}">
                <a16:creationId xmlns:a16="http://schemas.microsoft.com/office/drawing/2014/main" id="{18D2CD9E-85C3-8E07-27DA-367454CF9D2A}"/>
              </a:ext>
            </a:extLst>
          </p:cNvPr>
          <p:cNvCxnSpPr>
            <a:cxnSpLocks/>
          </p:cNvCxnSpPr>
          <p:nvPr/>
        </p:nvCxnSpPr>
        <p:spPr>
          <a:xfrm>
            <a:off x="-54216" y="5548936"/>
            <a:ext cx="12192000" cy="0"/>
          </a:xfrm>
          <a:prstGeom prst="line">
            <a:avLst/>
          </a:prstGeom>
        </p:spPr>
        <p:style>
          <a:lnRef idx="3">
            <a:schemeClr val="dk1"/>
          </a:lnRef>
          <a:fillRef idx="0">
            <a:schemeClr val="dk1"/>
          </a:fillRef>
          <a:effectRef idx="2">
            <a:schemeClr val="dk1"/>
          </a:effectRef>
          <a:fontRef idx="minor">
            <a:schemeClr val="tx1"/>
          </a:fontRef>
        </p:style>
      </p:cxnSp>
      <p:sp>
        <p:nvSpPr>
          <p:cNvPr id="36" name="TextBox 35">
            <a:extLst>
              <a:ext uri="{FF2B5EF4-FFF2-40B4-BE49-F238E27FC236}">
                <a16:creationId xmlns:a16="http://schemas.microsoft.com/office/drawing/2014/main" id="{8808C8FA-5E45-2C93-9730-5863D3937886}"/>
              </a:ext>
            </a:extLst>
          </p:cNvPr>
          <p:cNvSpPr txBox="1"/>
          <p:nvPr/>
        </p:nvSpPr>
        <p:spPr>
          <a:xfrm>
            <a:off x="3510712" y="3743284"/>
            <a:ext cx="8212238" cy="369332"/>
          </a:xfrm>
          <a:prstGeom prst="rect">
            <a:avLst/>
          </a:prstGeom>
          <a:noFill/>
        </p:spPr>
        <p:txBody>
          <a:bodyPr wrap="square">
            <a:spAutoFit/>
          </a:bodyPr>
          <a:lstStyle/>
          <a:p>
            <a:r>
              <a:rPr lang="en-US" b="1" dirty="0"/>
              <a:t>&gt;50%</a:t>
            </a:r>
          </a:p>
        </p:txBody>
      </p:sp>
      <p:sp>
        <p:nvSpPr>
          <p:cNvPr id="38" name="TextBox 37">
            <a:extLst>
              <a:ext uri="{FF2B5EF4-FFF2-40B4-BE49-F238E27FC236}">
                <a16:creationId xmlns:a16="http://schemas.microsoft.com/office/drawing/2014/main" id="{DBD9F9F9-B1F2-9257-7CEB-E6F224724983}"/>
              </a:ext>
            </a:extLst>
          </p:cNvPr>
          <p:cNvSpPr txBox="1"/>
          <p:nvPr/>
        </p:nvSpPr>
        <p:spPr>
          <a:xfrm>
            <a:off x="6717176" y="3699129"/>
            <a:ext cx="8212238" cy="369332"/>
          </a:xfrm>
          <a:prstGeom prst="rect">
            <a:avLst/>
          </a:prstGeom>
          <a:noFill/>
        </p:spPr>
        <p:txBody>
          <a:bodyPr wrap="square">
            <a:spAutoFit/>
          </a:bodyPr>
          <a:lstStyle/>
          <a:p>
            <a:r>
              <a:rPr lang="en-US" b="1" dirty="0"/>
              <a:t>20%+ </a:t>
            </a:r>
          </a:p>
        </p:txBody>
      </p:sp>
      <p:sp>
        <p:nvSpPr>
          <p:cNvPr id="40" name="TextBox 39">
            <a:extLst>
              <a:ext uri="{FF2B5EF4-FFF2-40B4-BE49-F238E27FC236}">
                <a16:creationId xmlns:a16="http://schemas.microsoft.com/office/drawing/2014/main" id="{1A2A6D2F-EC4D-F4DF-33BB-6CF07552A2FE}"/>
              </a:ext>
            </a:extLst>
          </p:cNvPr>
          <p:cNvSpPr txBox="1"/>
          <p:nvPr/>
        </p:nvSpPr>
        <p:spPr>
          <a:xfrm>
            <a:off x="10409588" y="3773282"/>
            <a:ext cx="8212238" cy="369332"/>
          </a:xfrm>
          <a:prstGeom prst="rect">
            <a:avLst/>
          </a:prstGeom>
          <a:noFill/>
        </p:spPr>
        <p:txBody>
          <a:bodyPr wrap="square">
            <a:spAutoFit/>
          </a:bodyPr>
          <a:lstStyle/>
          <a:p>
            <a:r>
              <a:rPr lang="en-US" b="1" dirty="0"/>
              <a:t>N/A</a:t>
            </a:r>
          </a:p>
        </p:txBody>
      </p:sp>
      <p:sp>
        <p:nvSpPr>
          <p:cNvPr id="42" name="TextBox 41">
            <a:extLst>
              <a:ext uri="{FF2B5EF4-FFF2-40B4-BE49-F238E27FC236}">
                <a16:creationId xmlns:a16="http://schemas.microsoft.com/office/drawing/2014/main" id="{B619F89E-146B-DDB8-034F-4A2627D6C829}"/>
              </a:ext>
            </a:extLst>
          </p:cNvPr>
          <p:cNvSpPr txBox="1"/>
          <p:nvPr/>
        </p:nvSpPr>
        <p:spPr>
          <a:xfrm>
            <a:off x="3088107" y="4846951"/>
            <a:ext cx="9340768" cy="369332"/>
          </a:xfrm>
          <a:prstGeom prst="rect">
            <a:avLst/>
          </a:prstGeom>
          <a:noFill/>
        </p:spPr>
        <p:txBody>
          <a:bodyPr wrap="square">
            <a:spAutoFit/>
          </a:bodyPr>
          <a:lstStyle/>
          <a:p>
            <a:r>
              <a:rPr lang="en-US" b="1" dirty="0"/>
              <a:t>Acquisition Method</a:t>
            </a:r>
          </a:p>
        </p:txBody>
      </p:sp>
      <p:sp>
        <p:nvSpPr>
          <p:cNvPr id="44" name="TextBox 43">
            <a:extLst>
              <a:ext uri="{FF2B5EF4-FFF2-40B4-BE49-F238E27FC236}">
                <a16:creationId xmlns:a16="http://schemas.microsoft.com/office/drawing/2014/main" id="{DAEA27F5-96AF-B241-3181-A3D907D43076}"/>
              </a:ext>
            </a:extLst>
          </p:cNvPr>
          <p:cNvSpPr txBox="1"/>
          <p:nvPr/>
        </p:nvSpPr>
        <p:spPr>
          <a:xfrm>
            <a:off x="6340125" y="4846951"/>
            <a:ext cx="9340768" cy="369332"/>
          </a:xfrm>
          <a:prstGeom prst="rect">
            <a:avLst/>
          </a:prstGeom>
          <a:noFill/>
        </p:spPr>
        <p:txBody>
          <a:bodyPr wrap="square">
            <a:spAutoFit/>
          </a:bodyPr>
          <a:lstStyle/>
          <a:p>
            <a:r>
              <a:rPr lang="en-US" b="1" dirty="0"/>
              <a:t>Equity Method</a:t>
            </a:r>
          </a:p>
        </p:txBody>
      </p:sp>
      <p:sp>
        <p:nvSpPr>
          <p:cNvPr id="46" name="TextBox 45">
            <a:extLst>
              <a:ext uri="{FF2B5EF4-FFF2-40B4-BE49-F238E27FC236}">
                <a16:creationId xmlns:a16="http://schemas.microsoft.com/office/drawing/2014/main" id="{8CAB5AD0-6848-2F27-07F8-5CF583FCFB09}"/>
              </a:ext>
            </a:extLst>
          </p:cNvPr>
          <p:cNvSpPr txBox="1"/>
          <p:nvPr/>
        </p:nvSpPr>
        <p:spPr>
          <a:xfrm>
            <a:off x="9770008" y="4558356"/>
            <a:ext cx="9340768" cy="923330"/>
          </a:xfrm>
          <a:prstGeom prst="rect">
            <a:avLst/>
          </a:prstGeom>
          <a:noFill/>
        </p:spPr>
        <p:txBody>
          <a:bodyPr wrap="square">
            <a:spAutoFit/>
          </a:bodyPr>
          <a:lstStyle/>
          <a:p>
            <a:r>
              <a:rPr lang="en-US" b="1" dirty="0"/>
              <a:t>Depend on Type of JV</a:t>
            </a:r>
          </a:p>
          <a:p>
            <a:r>
              <a:rPr lang="en-US" b="1" dirty="0"/>
              <a:t>JV- Equity Method</a:t>
            </a:r>
          </a:p>
          <a:p>
            <a:r>
              <a:rPr lang="en-US" b="1" dirty="0"/>
              <a:t>JO- Share in A, L ,R,E</a:t>
            </a:r>
          </a:p>
        </p:txBody>
      </p:sp>
      <p:sp>
        <p:nvSpPr>
          <p:cNvPr id="47" name="Rectangle: Rounded Corners 46">
            <a:extLst>
              <a:ext uri="{FF2B5EF4-FFF2-40B4-BE49-F238E27FC236}">
                <a16:creationId xmlns:a16="http://schemas.microsoft.com/office/drawing/2014/main" id="{78B7FA12-83B9-9BA7-F4E9-43EE178E0BED}"/>
              </a:ext>
            </a:extLst>
          </p:cNvPr>
          <p:cNvSpPr/>
          <p:nvPr/>
        </p:nvSpPr>
        <p:spPr>
          <a:xfrm>
            <a:off x="3108453" y="5867592"/>
            <a:ext cx="3233593" cy="664998"/>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OTHER INVESTMENTS</a:t>
            </a:r>
          </a:p>
        </p:txBody>
      </p:sp>
      <p:cxnSp>
        <p:nvCxnSpPr>
          <p:cNvPr id="49" name="Straight Arrow Connector 48">
            <a:extLst>
              <a:ext uri="{FF2B5EF4-FFF2-40B4-BE49-F238E27FC236}">
                <a16:creationId xmlns:a16="http://schemas.microsoft.com/office/drawing/2014/main" id="{78B73078-1825-FE70-BC3A-27BCDD928B1D}"/>
              </a:ext>
            </a:extLst>
          </p:cNvPr>
          <p:cNvCxnSpPr>
            <a:stCxn id="47" idx="3"/>
          </p:cNvCxnSpPr>
          <p:nvPr/>
        </p:nvCxnSpPr>
        <p:spPr>
          <a:xfrm>
            <a:off x="6342046" y="6200091"/>
            <a:ext cx="2049133"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50" name="Oval 49">
            <a:extLst>
              <a:ext uri="{FF2B5EF4-FFF2-40B4-BE49-F238E27FC236}">
                <a16:creationId xmlns:a16="http://schemas.microsoft.com/office/drawing/2014/main" id="{219323D0-03E8-E20E-84B4-74F0808F4081}"/>
              </a:ext>
            </a:extLst>
          </p:cNvPr>
          <p:cNvSpPr/>
          <p:nvPr/>
        </p:nvSpPr>
        <p:spPr>
          <a:xfrm>
            <a:off x="8496735" y="5847423"/>
            <a:ext cx="3140420" cy="72011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b="1" dirty="0"/>
              <a:t>FINANCIAL INSTRUMENTS (PFRS9)</a:t>
            </a:r>
          </a:p>
        </p:txBody>
      </p:sp>
    </p:spTree>
    <p:extLst>
      <p:ext uri="{BB962C8B-B14F-4D97-AF65-F5344CB8AC3E}">
        <p14:creationId xmlns:p14="http://schemas.microsoft.com/office/powerpoint/2010/main" val="36138062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ppt_x"/>
                                          </p:val>
                                        </p:tav>
                                        <p:tav tm="100000">
                                          <p:val>
                                            <p:strVal val="#ppt_x"/>
                                          </p:val>
                                        </p:tav>
                                      </p:tavLst>
                                    </p:anim>
                                    <p:anim calcmode="lin" valueType="num">
                                      <p:cBhvr additive="base">
                                        <p:cTn id="1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500" fill="hold"/>
                                        <p:tgtEl>
                                          <p:spTgt spid="10"/>
                                        </p:tgtEl>
                                        <p:attrNameLst>
                                          <p:attrName>ppt_x</p:attrName>
                                        </p:attrNameLst>
                                      </p:cBhvr>
                                      <p:tavLst>
                                        <p:tav tm="0">
                                          <p:val>
                                            <p:strVal val="#ppt_x"/>
                                          </p:val>
                                        </p:tav>
                                        <p:tav tm="100000">
                                          <p:val>
                                            <p:strVal val="#ppt_x"/>
                                          </p:val>
                                        </p:tav>
                                      </p:tavLst>
                                    </p:anim>
                                    <p:anim calcmode="lin" valueType="num">
                                      <p:cBhvr additive="base">
                                        <p:cTn id="20"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6"/>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2"/>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20"/>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18"/>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19"/>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grpId="0" nodeType="clickEffect">
                                  <p:stCondLst>
                                    <p:cond delay="0"/>
                                  </p:stCondLst>
                                  <p:childTnLst>
                                    <p:set>
                                      <p:cBhvr>
                                        <p:cTn id="52" dur="1" fill="hold">
                                          <p:stCondLst>
                                            <p:cond delay="0"/>
                                          </p:stCondLst>
                                        </p:cTn>
                                        <p:tgtEl>
                                          <p:spTgt spid="14"/>
                                        </p:tgtEl>
                                        <p:attrNameLst>
                                          <p:attrName>style.visibility</p:attrName>
                                        </p:attrNameLst>
                                      </p:cBhvr>
                                      <p:to>
                                        <p:strVal val="visible"/>
                                      </p:to>
                                    </p:set>
                                    <p:anim calcmode="lin" valueType="num">
                                      <p:cBhvr additive="base">
                                        <p:cTn id="53" dur="500" fill="hold"/>
                                        <p:tgtEl>
                                          <p:spTgt spid="14"/>
                                        </p:tgtEl>
                                        <p:attrNameLst>
                                          <p:attrName>ppt_x</p:attrName>
                                        </p:attrNameLst>
                                      </p:cBhvr>
                                      <p:tavLst>
                                        <p:tav tm="0">
                                          <p:val>
                                            <p:strVal val="#ppt_x"/>
                                          </p:val>
                                        </p:tav>
                                        <p:tav tm="100000">
                                          <p:val>
                                            <p:strVal val="#ppt_x"/>
                                          </p:val>
                                        </p:tav>
                                      </p:tavLst>
                                    </p:anim>
                                    <p:anim calcmode="lin" valueType="num">
                                      <p:cBhvr additive="base">
                                        <p:cTn id="54"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2" presetClass="entr" presetSubtype="4" fill="hold" grpId="0" nodeType="clickEffect">
                                  <p:stCondLst>
                                    <p:cond delay="0"/>
                                  </p:stCondLst>
                                  <p:childTnLst>
                                    <p:set>
                                      <p:cBhvr>
                                        <p:cTn id="58" dur="1" fill="hold">
                                          <p:stCondLst>
                                            <p:cond delay="0"/>
                                          </p:stCondLst>
                                        </p:cTn>
                                        <p:tgtEl>
                                          <p:spTgt spid="22"/>
                                        </p:tgtEl>
                                        <p:attrNameLst>
                                          <p:attrName>style.visibility</p:attrName>
                                        </p:attrNameLst>
                                      </p:cBhvr>
                                      <p:to>
                                        <p:strVal val="visible"/>
                                      </p:to>
                                    </p:set>
                                    <p:anim calcmode="lin" valueType="num">
                                      <p:cBhvr additive="base">
                                        <p:cTn id="59" dur="500" fill="hold"/>
                                        <p:tgtEl>
                                          <p:spTgt spid="22"/>
                                        </p:tgtEl>
                                        <p:attrNameLst>
                                          <p:attrName>ppt_x</p:attrName>
                                        </p:attrNameLst>
                                      </p:cBhvr>
                                      <p:tavLst>
                                        <p:tav tm="0">
                                          <p:val>
                                            <p:strVal val="#ppt_x"/>
                                          </p:val>
                                        </p:tav>
                                        <p:tav tm="100000">
                                          <p:val>
                                            <p:strVal val="#ppt_x"/>
                                          </p:val>
                                        </p:tav>
                                      </p:tavLst>
                                    </p:anim>
                                    <p:anim calcmode="lin" valueType="num">
                                      <p:cBhvr additive="base">
                                        <p:cTn id="60"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2" presetClass="entr" presetSubtype="4" fill="hold" grpId="0" nodeType="clickEffect">
                                  <p:stCondLst>
                                    <p:cond delay="0"/>
                                  </p:stCondLst>
                                  <p:childTnLst>
                                    <p:set>
                                      <p:cBhvr>
                                        <p:cTn id="64" dur="1" fill="hold">
                                          <p:stCondLst>
                                            <p:cond delay="0"/>
                                          </p:stCondLst>
                                        </p:cTn>
                                        <p:tgtEl>
                                          <p:spTgt spid="23"/>
                                        </p:tgtEl>
                                        <p:attrNameLst>
                                          <p:attrName>style.visibility</p:attrName>
                                        </p:attrNameLst>
                                      </p:cBhvr>
                                      <p:to>
                                        <p:strVal val="visible"/>
                                      </p:to>
                                    </p:set>
                                    <p:anim calcmode="lin" valueType="num">
                                      <p:cBhvr additive="base">
                                        <p:cTn id="65" dur="500" fill="hold"/>
                                        <p:tgtEl>
                                          <p:spTgt spid="23"/>
                                        </p:tgtEl>
                                        <p:attrNameLst>
                                          <p:attrName>ppt_x</p:attrName>
                                        </p:attrNameLst>
                                      </p:cBhvr>
                                      <p:tavLst>
                                        <p:tav tm="0">
                                          <p:val>
                                            <p:strVal val="#ppt_x"/>
                                          </p:val>
                                        </p:tav>
                                        <p:tav tm="100000">
                                          <p:val>
                                            <p:strVal val="#ppt_x"/>
                                          </p:val>
                                        </p:tav>
                                      </p:tavLst>
                                    </p:anim>
                                    <p:anim calcmode="lin" valueType="num">
                                      <p:cBhvr additive="base">
                                        <p:cTn id="66"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16" presetClass="entr" presetSubtype="21" fill="hold" grpId="0" nodeType="clickEffect">
                                  <p:stCondLst>
                                    <p:cond delay="0"/>
                                  </p:stCondLst>
                                  <p:childTnLst>
                                    <p:set>
                                      <p:cBhvr>
                                        <p:cTn id="70" dur="1" fill="hold">
                                          <p:stCondLst>
                                            <p:cond delay="0"/>
                                          </p:stCondLst>
                                        </p:cTn>
                                        <p:tgtEl>
                                          <p:spTgt spid="24"/>
                                        </p:tgtEl>
                                        <p:attrNameLst>
                                          <p:attrName>style.visibility</p:attrName>
                                        </p:attrNameLst>
                                      </p:cBhvr>
                                      <p:to>
                                        <p:strVal val="visible"/>
                                      </p:to>
                                    </p:set>
                                    <p:animEffect transition="in" filter="barn(inVertical)">
                                      <p:cBhvr>
                                        <p:cTn id="71" dur="500"/>
                                        <p:tgtEl>
                                          <p:spTgt spid="24"/>
                                        </p:tgtEl>
                                      </p:cBhvr>
                                    </p:animEffect>
                                  </p:childTnLst>
                                </p:cTn>
                              </p:par>
                            </p:childTnLst>
                          </p:cTn>
                        </p:par>
                      </p:childTnLst>
                    </p:cTn>
                  </p:par>
                  <p:par>
                    <p:cTn id="72" fill="hold">
                      <p:stCondLst>
                        <p:cond delay="indefinite"/>
                      </p:stCondLst>
                      <p:childTnLst>
                        <p:par>
                          <p:cTn id="73" fill="hold">
                            <p:stCondLst>
                              <p:cond delay="0"/>
                            </p:stCondLst>
                            <p:childTnLst>
                              <p:par>
                                <p:cTn id="74" presetID="16" presetClass="entr" presetSubtype="21" fill="hold" grpId="0" nodeType="clickEffect">
                                  <p:stCondLst>
                                    <p:cond delay="0"/>
                                  </p:stCondLst>
                                  <p:childTnLst>
                                    <p:set>
                                      <p:cBhvr>
                                        <p:cTn id="75" dur="1" fill="hold">
                                          <p:stCondLst>
                                            <p:cond delay="0"/>
                                          </p:stCondLst>
                                        </p:cTn>
                                        <p:tgtEl>
                                          <p:spTgt spid="26"/>
                                        </p:tgtEl>
                                        <p:attrNameLst>
                                          <p:attrName>style.visibility</p:attrName>
                                        </p:attrNameLst>
                                      </p:cBhvr>
                                      <p:to>
                                        <p:strVal val="visible"/>
                                      </p:to>
                                    </p:set>
                                    <p:animEffect transition="in" filter="barn(inVertical)">
                                      <p:cBhvr>
                                        <p:cTn id="76" dur="500"/>
                                        <p:tgtEl>
                                          <p:spTgt spid="26"/>
                                        </p:tgtEl>
                                      </p:cBhvr>
                                    </p:animEffect>
                                  </p:childTnLst>
                                </p:cTn>
                              </p:par>
                            </p:childTnLst>
                          </p:cTn>
                        </p:par>
                      </p:childTnLst>
                    </p:cTn>
                  </p:par>
                  <p:par>
                    <p:cTn id="77" fill="hold">
                      <p:stCondLst>
                        <p:cond delay="indefinite"/>
                      </p:stCondLst>
                      <p:childTnLst>
                        <p:par>
                          <p:cTn id="78" fill="hold">
                            <p:stCondLst>
                              <p:cond delay="0"/>
                            </p:stCondLst>
                            <p:childTnLst>
                              <p:par>
                                <p:cTn id="79" presetID="16" presetClass="entr" presetSubtype="21" fill="hold" grpId="0" nodeType="clickEffect">
                                  <p:stCondLst>
                                    <p:cond delay="0"/>
                                  </p:stCondLst>
                                  <p:childTnLst>
                                    <p:set>
                                      <p:cBhvr>
                                        <p:cTn id="80" dur="1" fill="hold">
                                          <p:stCondLst>
                                            <p:cond delay="0"/>
                                          </p:stCondLst>
                                        </p:cTn>
                                        <p:tgtEl>
                                          <p:spTgt spid="28"/>
                                        </p:tgtEl>
                                        <p:attrNameLst>
                                          <p:attrName>style.visibility</p:attrName>
                                        </p:attrNameLst>
                                      </p:cBhvr>
                                      <p:to>
                                        <p:strVal val="visible"/>
                                      </p:to>
                                    </p:set>
                                    <p:animEffect transition="in" filter="barn(inVertical)">
                                      <p:cBhvr>
                                        <p:cTn id="81" dur="500"/>
                                        <p:tgtEl>
                                          <p:spTgt spid="28"/>
                                        </p:tgtEl>
                                      </p:cBhvr>
                                    </p:animEffect>
                                  </p:childTnLst>
                                </p:cTn>
                              </p:par>
                            </p:childTnLst>
                          </p:cTn>
                        </p:par>
                      </p:childTnLst>
                    </p:cTn>
                  </p:par>
                  <p:par>
                    <p:cTn id="82" fill="hold">
                      <p:stCondLst>
                        <p:cond delay="indefinite"/>
                      </p:stCondLst>
                      <p:childTnLst>
                        <p:par>
                          <p:cTn id="83" fill="hold">
                            <p:stCondLst>
                              <p:cond delay="0"/>
                            </p:stCondLst>
                            <p:childTnLst>
                              <p:par>
                                <p:cTn id="84" presetID="16" presetClass="entr" presetSubtype="21" fill="hold" grpId="0" nodeType="clickEffect">
                                  <p:stCondLst>
                                    <p:cond delay="0"/>
                                  </p:stCondLst>
                                  <p:childTnLst>
                                    <p:set>
                                      <p:cBhvr>
                                        <p:cTn id="85" dur="1" fill="hold">
                                          <p:stCondLst>
                                            <p:cond delay="0"/>
                                          </p:stCondLst>
                                        </p:cTn>
                                        <p:tgtEl>
                                          <p:spTgt spid="36"/>
                                        </p:tgtEl>
                                        <p:attrNameLst>
                                          <p:attrName>style.visibility</p:attrName>
                                        </p:attrNameLst>
                                      </p:cBhvr>
                                      <p:to>
                                        <p:strVal val="visible"/>
                                      </p:to>
                                    </p:set>
                                    <p:animEffect transition="in" filter="barn(inVertical)">
                                      <p:cBhvr>
                                        <p:cTn id="86" dur="500"/>
                                        <p:tgtEl>
                                          <p:spTgt spid="36"/>
                                        </p:tgtEl>
                                      </p:cBhvr>
                                    </p:animEffect>
                                  </p:childTnLst>
                                </p:cTn>
                              </p:par>
                            </p:childTnLst>
                          </p:cTn>
                        </p:par>
                      </p:childTnLst>
                    </p:cTn>
                  </p:par>
                  <p:par>
                    <p:cTn id="87" fill="hold">
                      <p:stCondLst>
                        <p:cond delay="indefinite"/>
                      </p:stCondLst>
                      <p:childTnLst>
                        <p:par>
                          <p:cTn id="88" fill="hold">
                            <p:stCondLst>
                              <p:cond delay="0"/>
                            </p:stCondLst>
                            <p:childTnLst>
                              <p:par>
                                <p:cTn id="89" presetID="16" presetClass="entr" presetSubtype="21" fill="hold" grpId="0" nodeType="clickEffect">
                                  <p:stCondLst>
                                    <p:cond delay="0"/>
                                  </p:stCondLst>
                                  <p:childTnLst>
                                    <p:set>
                                      <p:cBhvr>
                                        <p:cTn id="90" dur="1" fill="hold">
                                          <p:stCondLst>
                                            <p:cond delay="0"/>
                                          </p:stCondLst>
                                        </p:cTn>
                                        <p:tgtEl>
                                          <p:spTgt spid="38"/>
                                        </p:tgtEl>
                                        <p:attrNameLst>
                                          <p:attrName>style.visibility</p:attrName>
                                        </p:attrNameLst>
                                      </p:cBhvr>
                                      <p:to>
                                        <p:strVal val="visible"/>
                                      </p:to>
                                    </p:set>
                                    <p:animEffect transition="in" filter="barn(inVertical)">
                                      <p:cBhvr>
                                        <p:cTn id="91" dur="500"/>
                                        <p:tgtEl>
                                          <p:spTgt spid="38"/>
                                        </p:tgtEl>
                                      </p:cBhvr>
                                    </p:animEffect>
                                  </p:childTnLst>
                                </p:cTn>
                              </p:par>
                            </p:childTnLst>
                          </p:cTn>
                        </p:par>
                      </p:childTnLst>
                    </p:cTn>
                  </p:par>
                  <p:par>
                    <p:cTn id="92" fill="hold">
                      <p:stCondLst>
                        <p:cond delay="indefinite"/>
                      </p:stCondLst>
                      <p:childTnLst>
                        <p:par>
                          <p:cTn id="93" fill="hold">
                            <p:stCondLst>
                              <p:cond delay="0"/>
                            </p:stCondLst>
                            <p:childTnLst>
                              <p:par>
                                <p:cTn id="94" presetID="16" presetClass="entr" presetSubtype="21" fill="hold" grpId="0" nodeType="clickEffect">
                                  <p:stCondLst>
                                    <p:cond delay="0"/>
                                  </p:stCondLst>
                                  <p:childTnLst>
                                    <p:set>
                                      <p:cBhvr>
                                        <p:cTn id="95" dur="1" fill="hold">
                                          <p:stCondLst>
                                            <p:cond delay="0"/>
                                          </p:stCondLst>
                                        </p:cTn>
                                        <p:tgtEl>
                                          <p:spTgt spid="40"/>
                                        </p:tgtEl>
                                        <p:attrNameLst>
                                          <p:attrName>style.visibility</p:attrName>
                                        </p:attrNameLst>
                                      </p:cBhvr>
                                      <p:to>
                                        <p:strVal val="visible"/>
                                      </p:to>
                                    </p:set>
                                    <p:animEffect transition="in" filter="barn(inVertical)">
                                      <p:cBhvr>
                                        <p:cTn id="96" dur="500"/>
                                        <p:tgtEl>
                                          <p:spTgt spid="40"/>
                                        </p:tgtEl>
                                      </p:cBhvr>
                                    </p:animEffect>
                                  </p:childTnLst>
                                </p:cTn>
                              </p:par>
                            </p:childTnLst>
                          </p:cTn>
                        </p:par>
                      </p:childTnLst>
                    </p:cTn>
                  </p:par>
                  <p:par>
                    <p:cTn id="97" fill="hold">
                      <p:stCondLst>
                        <p:cond delay="indefinite"/>
                      </p:stCondLst>
                      <p:childTnLst>
                        <p:par>
                          <p:cTn id="98" fill="hold">
                            <p:stCondLst>
                              <p:cond delay="0"/>
                            </p:stCondLst>
                            <p:childTnLst>
                              <p:par>
                                <p:cTn id="99" presetID="16" presetClass="entr" presetSubtype="21" fill="hold" grpId="0" nodeType="clickEffect">
                                  <p:stCondLst>
                                    <p:cond delay="0"/>
                                  </p:stCondLst>
                                  <p:childTnLst>
                                    <p:set>
                                      <p:cBhvr>
                                        <p:cTn id="100" dur="1" fill="hold">
                                          <p:stCondLst>
                                            <p:cond delay="0"/>
                                          </p:stCondLst>
                                        </p:cTn>
                                        <p:tgtEl>
                                          <p:spTgt spid="42"/>
                                        </p:tgtEl>
                                        <p:attrNameLst>
                                          <p:attrName>style.visibility</p:attrName>
                                        </p:attrNameLst>
                                      </p:cBhvr>
                                      <p:to>
                                        <p:strVal val="visible"/>
                                      </p:to>
                                    </p:set>
                                    <p:animEffect transition="in" filter="barn(inVertical)">
                                      <p:cBhvr>
                                        <p:cTn id="101" dur="500"/>
                                        <p:tgtEl>
                                          <p:spTgt spid="42"/>
                                        </p:tgtEl>
                                      </p:cBhvr>
                                    </p:animEffect>
                                  </p:childTnLst>
                                </p:cTn>
                              </p:par>
                            </p:childTnLst>
                          </p:cTn>
                        </p:par>
                      </p:childTnLst>
                    </p:cTn>
                  </p:par>
                  <p:par>
                    <p:cTn id="102" fill="hold">
                      <p:stCondLst>
                        <p:cond delay="indefinite"/>
                      </p:stCondLst>
                      <p:childTnLst>
                        <p:par>
                          <p:cTn id="103" fill="hold">
                            <p:stCondLst>
                              <p:cond delay="0"/>
                            </p:stCondLst>
                            <p:childTnLst>
                              <p:par>
                                <p:cTn id="104" presetID="16" presetClass="entr" presetSubtype="21" fill="hold" grpId="0" nodeType="clickEffect">
                                  <p:stCondLst>
                                    <p:cond delay="0"/>
                                  </p:stCondLst>
                                  <p:childTnLst>
                                    <p:set>
                                      <p:cBhvr>
                                        <p:cTn id="105" dur="1" fill="hold">
                                          <p:stCondLst>
                                            <p:cond delay="0"/>
                                          </p:stCondLst>
                                        </p:cTn>
                                        <p:tgtEl>
                                          <p:spTgt spid="44"/>
                                        </p:tgtEl>
                                        <p:attrNameLst>
                                          <p:attrName>style.visibility</p:attrName>
                                        </p:attrNameLst>
                                      </p:cBhvr>
                                      <p:to>
                                        <p:strVal val="visible"/>
                                      </p:to>
                                    </p:set>
                                    <p:animEffect transition="in" filter="barn(inVertical)">
                                      <p:cBhvr>
                                        <p:cTn id="106" dur="500"/>
                                        <p:tgtEl>
                                          <p:spTgt spid="44"/>
                                        </p:tgtEl>
                                      </p:cBhvr>
                                    </p:animEffect>
                                  </p:childTnLst>
                                </p:cTn>
                              </p:par>
                            </p:childTnLst>
                          </p:cTn>
                        </p:par>
                      </p:childTnLst>
                    </p:cTn>
                  </p:par>
                  <p:par>
                    <p:cTn id="107" fill="hold">
                      <p:stCondLst>
                        <p:cond delay="indefinite"/>
                      </p:stCondLst>
                      <p:childTnLst>
                        <p:par>
                          <p:cTn id="108" fill="hold">
                            <p:stCondLst>
                              <p:cond delay="0"/>
                            </p:stCondLst>
                            <p:childTnLst>
                              <p:par>
                                <p:cTn id="109" presetID="16" presetClass="entr" presetSubtype="21" fill="hold" grpId="0" nodeType="clickEffect">
                                  <p:stCondLst>
                                    <p:cond delay="0"/>
                                  </p:stCondLst>
                                  <p:childTnLst>
                                    <p:set>
                                      <p:cBhvr>
                                        <p:cTn id="110" dur="1" fill="hold">
                                          <p:stCondLst>
                                            <p:cond delay="0"/>
                                          </p:stCondLst>
                                        </p:cTn>
                                        <p:tgtEl>
                                          <p:spTgt spid="46"/>
                                        </p:tgtEl>
                                        <p:attrNameLst>
                                          <p:attrName>style.visibility</p:attrName>
                                        </p:attrNameLst>
                                      </p:cBhvr>
                                      <p:to>
                                        <p:strVal val="visible"/>
                                      </p:to>
                                    </p:set>
                                    <p:animEffect transition="in" filter="barn(inVertical)">
                                      <p:cBhvr>
                                        <p:cTn id="111" dur="500"/>
                                        <p:tgtEl>
                                          <p:spTgt spid="46"/>
                                        </p:tgtEl>
                                      </p:cBhvr>
                                    </p:animEffect>
                                  </p:childTnLst>
                                </p:cTn>
                              </p:par>
                            </p:childTnLst>
                          </p:cTn>
                        </p:par>
                      </p:childTnLst>
                    </p:cTn>
                  </p:par>
                  <p:par>
                    <p:cTn id="112" fill="hold">
                      <p:stCondLst>
                        <p:cond delay="indefinite"/>
                      </p:stCondLst>
                      <p:childTnLst>
                        <p:par>
                          <p:cTn id="113" fill="hold">
                            <p:stCondLst>
                              <p:cond delay="0"/>
                            </p:stCondLst>
                            <p:childTnLst>
                              <p:par>
                                <p:cTn id="114" presetID="2" presetClass="entr" presetSubtype="4" fill="hold" grpId="0" nodeType="clickEffect">
                                  <p:stCondLst>
                                    <p:cond delay="0"/>
                                  </p:stCondLst>
                                  <p:childTnLst>
                                    <p:set>
                                      <p:cBhvr>
                                        <p:cTn id="115" dur="1" fill="hold">
                                          <p:stCondLst>
                                            <p:cond delay="0"/>
                                          </p:stCondLst>
                                        </p:cTn>
                                        <p:tgtEl>
                                          <p:spTgt spid="47"/>
                                        </p:tgtEl>
                                        <p:attrNameLst>
                                          <p:attrName>style.visibility</p:attrName>
                                        </p:attrNameLst>
                                      </p:cBhvr>
                                      <p:to>
                                        <p:strVal val="visible"/>
                                      </p:to>
                                    </p:set>
                                    <p:anim calcmode="lin" valueType="num">
                                      <p:cBhvr additive="base">
                                        <p:cTn id="116" dur="500" fill="hold"/>
                                        <p:tgtEl>
                                          <p:spTgt spid="47"/>
                                        </p:tgtEl>
                                        <p:attrNameLst>
                                          <p:attrName>ppt_x</p:attrName>
                                        </p:attrNameLst>
                                      </p:cBhvr>
                                      <p:tavLst>
                                        <p:tav tm="0">
                                          <p:val>
                                            <p:strVal val="#ppt_x"/>
                                          </p:val>
                                        </p:tav>
                                        <p:tav tm="100000">
                                          <p:val>
                                            <p:strVal val="#ppt_x"/>
                                          </p:val>
                                        </p:tav>
                                      </p:tavLst>
                                    </p:anim>
                                    <p:anim calcmode="lin" valueType="num">
                                      <p:cBhvr additive="base">
                                        <p:cTn id="117" dur="500" fill="hold"/>
                                        <p:tgtEl>
                                          <p:spTgt spid="47"/>
                                        </p:tgtEl>
                                        <p:attrNameLst>
                                          <p:attrName>ppt_y</p:attrName>
                                        </p:attrNameLst>
                                      </p:cBhvr>
                                      <p:tavLst>
                                        <p:tav tm="0">
                                          <p:val>
                                            <p:strVal val="1+#ppt_h/2"/>
                                          </p:val>
                                        </p:tav>
                                        <p:tav tm="100000">
                                          <p:val>
                                            <p:strVal val="#ppt_y"/>
                                          </p:val>
                                        </p:tav>
                                      </p:tavLst>
                                    </p:anim>
                                  </p:childTnLst>
                                </p:cTn>
                              </p:par>
                            </p:childTnLst>
                          </p:cTn>
                        </p:par>
                      </p:childTnLst>
                    </p:cTn>
                  </p:par>
                  <p:par>
                    <p:cTn id="118" fill="hold">
                      <p:stCondLst>
                        <p:cond delay="indefinite"/>
                      </p:stCondLst>
                      <p:childTnLst>
                        <p:par>
                          <p:cTn id="119" fill="hold">
                            <p:stCondLst>
                              <p:cond delay="0"/>
                            </p:stCondLst>
                            <p:childTnLst>
                              <p:par>
                                <p:cTn id="120" presetID="2" presetClass="entr" presetSubtype="4" fill="hold" nodeType="clickEffect">
                                  <p:stCondLst>
                                    <p:cond delay="0"/>
                                  </p:stCondLst>
                                  <p:childTnLst>
                                    <p:set>
                                      <p:cBhvr>
                                        <p:cTn id="121" dur="1" fill="hold">
                                          <p:stCondLst>
                                            <p:cond delay="0"/>
                                          </p:stCondLst>
                                        </p:cTn>
                                        <p:tgtEl>
                                          <p:spTgt spid="49"/>
                                        </p:tgtEl>
                                        <p:attrNameLst>
                                          <p:attrName>style.visibility</p:attrName>
                                        </p:attrNameLst>
                                      </p:cBhvr>
                                      <p:to>
                                        <p:strVal val="visible"/>
                                      </p:to>
                                    </p:set>
                                    <p:anim calcmode="lin" valueType="num">
                                      <p:cBhvr additive="base">
                                        <p:cTn id="122" dur="500" fill="hold"/>
                                        <p:tgtEl>
                                          <p:spTgt spid="49"/>
                                        </p:tgtEl>
                                        <p:attrNameLst>
                                          <p:attrName>ppt_x</p:attrName>
                                        </p:attrNameLst>
                                      </p:cBhvr>
                                      <p:tavLst>
                                        <p:tav tm="0">
                                          <p:val>
                                            <p:strVal val="#ppt_x"/>
                                          </p:val>
                                        </p:tav>
                                        <p:tav tm="100000">
                                          <p:val>
                                            <p:strVal val="#ppt_x"/>
                                          </p:val>
                                        </p:tav>
                                      </p:tavLst>
                                    </p:anim>
                                    <p:anim calcmode="lin" valueType="num">
                                      <p:cBhvr additive="base">
                                        <p:cTn id="123" dur="500" fill="hold"/>
                                        <p:tgtEl>
                                          <p:spTgt spid="49"/>
                                        </p:tgtEl>
                                        <p:attrNameLst>
                                          <p:attrName>ppt_y</p:attrName>
                                        </p:attrNameLst>
                                      </p:cBhvr>
                                      <p:tavLst>
                                        <p:tav tm="0">
                                          <p:val>
                                            <p:strVal val="1+#ppt_h/2"/>
                                          </p:val>
                                        </p:tav>
                                        <p:tav tm="100000">
                                          <p:val>
                                            <p:strVal val="#ppt_y"/>
                                          </p:val>
                                        </p:tav>
                                      </p:tavLst>
                                    </p:anim>
                                  </p:childTnLst>
                                </p:cTn>
                              </p:par>
                            </p:childTnLst>
                          </p:cTn>
                        </p:par>
                      </p:childTnLst>
                    </p:cTn>
                  </p:par>
                  <p:par>
                    <p:cTn id="124" fill="hold">
                      <p:stCondLst>
                        <p:cond delay="indefinite"/>
                      </p:stCondLst>
                      <p:childTnLst>
                        <p:par>
                          <p:cTn id="125" fill="hold">
                            <p:stCondLst>
                              <p:cond delay="0"/>
                            </p:stCondLst>
                            <p:childTnLst>
                              <p:par>
                                <p:cTn id="126" presetID="2" presetClass="entr" presetSubtype="4" fill="hold" grpId="0" nodeType="clickEffect">
                                  <p:stCondLst>
                                    <p:cond delay="0"/>
                                  </p:stCondLst>
                                  <p:childTnLst>
                                    <p:set>
                                      <p:cBhvr>
                                        <p:cTn id="127" dur="1" fill="hold">
                                          <p:stCondLst>
                                            <p:cond delay="0"/>
                                          </p:stCondLst>
                                        </p:cTn>
                                        <p:tgtEl>
                                          <p:spTgt spid="50"/>
                                        </p:tgtEl>
                                        <p:attrNameLst>
                                          <p:attrName>style.visibility</p:attrName>
                                        </p:attrNameLst>
                                      </p:cBhvr>
                                      <p:to>
                                        <p:strVal val="visible"/>
                                      </p:to>
                                    </p:set>
                                    <p:anim calcmode="lin" valueType="num">
                                      <p:cBhvr additive="base">
                                        <p:cTn id="128" dur="500" fill="hold"/>
                                        <p:tgtEl>
                                          <p:spTgt spid="50"/>
                                        </p:tgtEl>
                                        <p:attrNameLst>
                                          <p:attrName>ppt_x</p:attrName>
                                        </p:attrNameLst>
                                      </p:cBhvr>
                                      <p:tavLst>
                                        <p:tav tm="0">
                                          <p:val>
                                            <p:strVal val="#ppt_x"/>
                                          </p:val>
                                        </p:tav>
                                        <p:tav tm="100000">
                                          <p:val>
                                            <p:strVal val="#ppt_x"/>
                                          </p:val>
                                        </p:tav>
                                      </p:tavLst>
                                    </p:anim>
                                    <p:anim calcmode="lin" valueType="num">
                                      <p:cBhvr additive="base">
                                        <p:cTn id="129" dur="500" fill="hold"/>
                                        <p:tgtEl>
                                          <p:spTgt spid="5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4" grpId="0" animBg="1"/>
      <p:bldP spid="22" grpId="0" animBg="1"/>
      <p:bldP spid="23" grpId="0" animBg="1"/>
      <p:bldP spid="24" grpId="0"/>
      <p:bldP spid="26" grpId="0"/>
      <p:bldP spid="28" grpId="0"/>
      <p:bldP spid="36" grpId="0"/>
      <p:bldP spid="38" grpId="0"/>
      <p:bldP spid="40" grpId="0"/>
      <p:bldP spid="42" grpId="0"/>
      <p:bldP spid="44" grpId="0"/>
      <p:bldP spid="46" grpId="0"/>
      <p:bldP spid="47" grpId="0" animBg="1"/>
      <p:bldP spid="50"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5295C9-813D-FF82-88F7-9F0A4A93B82B}"/>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06F3C6B3-43F6-1955-3048-BF9B00DF8759}"/>
              </a:ext>
            </a:extLst>
          </p:cNvPr>
          <p:cNvSpPr>
            <a:spLocks noGrp="1"/>
          </p:cNvSpPr>
          <p:nvPr>
            <p:ph type="body" sz="quarter" idx="12"/>
          </p:nvPr>
        </p:nvSpPr>
        <p:spPr>
          <a:xfrm>
            <a:off x="660400" y="2044700"/>
            <a:ext cx="3361953" cy="2745725"/>
          </a:xfrm>
        </p:spPr>
        <p:txBody>
          <a:bodyPr/>
          <a:lstStyle/>
          <a:p>
            <a:endParaRPr lang="en-US" dirty="0"/>
          </a:p>
        </p:txBody>
      </p:sp>
      <p:sp>
        <p:nvSpPr>
          <p:cNvPr id="3" name="Picture Placeholder 2">
            <a:extLst>
              <a:ext uri="{FF2B5EF4-FFF2-40B4-BE49-F238E27FC236}">
                <a16:creationId xmlns:a16="http://schemas.microsoft.com/office/drawing/2014/main" id="{9484B88E-3006-2FA3-E0F4-34245B6A2DAB}"/>
              </a:ext>
            </a:extLst>
          </p:cNvPr>
          <p:cNvSpPr>
            <a:spLocks noGrp="1"/>
          </p:cNvSpPr>
          <p:nvPr>
            <p:ph type="pic" sz="quarter" idx="13"/>
          </p:nvPr>
        </p:nvSpPr>
        <p:spPr/>
        <p:txBody>
          <a:bodyPr/>
          <a:lstStyle/>
          <a:p>
            <a:endParaRPr lang="en-US"/>
          </a:p>
        </p:txBody>
      </p:sp>
      <p:sp>
        <p:nvSpPr>
          <p:cNvPr id="4" name="Title 3">
            <a:extLst>
              <a:ext uri="{FF2B5EF4-FFF2-40B4-BE49-F238E27FC236}">
                <a16:creationId xmlns:a16="http://schemas.microsoft.com/office/drawing/2014/main" id="{AC74E58A-6016-C307-A4F4-1E357EBAE688}"/>
              </a:ext>
            </a:extLst>
          </p:cNvPr>
          <p:cNvSpPr>
            <a:spLocks noGrp="1"/>
          </p:cNvSpPr>
          <p:nvPr>
            <p:ph type="title"/>
          </p:nvPr>
        </p:nvSpPr>
        <p:spPr/>
        <p:txBody>
          <a:bodyPr/>
          <a:lstStyle/>
          <a:p>
            <a:endParaRPr lang="en-US" dirty="0"/>
          </a:p>
        </p:txBody>
      </p:sp>
      <p:pic>
        <p:nvPicPr>
          <p:cNvPr id="5" name="Picture 4" descr="eLearning">
            <a:extLst>
              <a:ext uri="{FF2B5EF4-FFF2-40B4-BE49-F238E27FC236}">
                <a16:creationId xmlns:a16="http://schemas.microsoft.com/office/drawing/2014/main" id="{9B9B6EB5-549A-A128-146F-1A014D1E791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3717" y="5578997"/>
            <a:ext cx="2096886" cy="1200439"/>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7F9BDDA0-269C-D6FF-52E5-B7866DFB9D66}"/>
              </a:ext>
            </a:extLst>
          </p:cNvPr>
          <p:cNvSpPr txBox="1"/>
          <p:nvPr/>
        </p:nvSpPr>
        <p:spPr>
          <a:xfrm>
            <a:off x="553717" y="435881"/>
            <a:ext cx="6094070" cy="369332"/>
          </a:xfrm>
          <a:prstGeom prst="rect">
            <a:avLst/>
          </a:prstGeom>
          <a:noFill/>
        </p:spPr>
        <p:txBody>
          <a:bodyPr wrap="square">
            <a:spAutoFit/>
          </a:bodyPr>
          <a:lstStyle/>
          <a:p>
            <a:r>
              <a:rPr lang="en-US" b="1" dirty="0"/>
              <a:t>TYPES OF INVESTMENTS</a:t>
            </a:r>
          </a:p>
        </p:txBody>
      </p:sp>
      <p:sp>
        <p:nvSpPr>
          <p:cNvPr id="8" name="Oval 7">
            <a:extLst>
              <a:ext uri="{FF2B5EF4-FFF2-40B4-BE49-F238E27FC236}">
                <a16:creationId xmlns:a16="http://schemas.microsoft.com/office/drawing/2014/main" id="{7A8A95D2-FE02-3921-54A6-8E5110AF5DF0}"/>
              </a:ext>
            </a:extLst>
          </p:cNvPr>
          <p:cNvSpPr/>
          <p:nvPr/>
        </p:nvSpPr>
        <p:spPr>
          <a:xfrm>
            <a:off x="208344" y="941214"/>
            <a:ext cx="2096886" cy="784831"/>
          </a:xfrm>
          <a:prstGeom prst="ellipse">
            <a:avLst/>
          </a:prstGeom>
          <a:ln/>
        </p:spPr>
        <p:style>
          <a:lnRef idx="0">
            <a:schemeClr val="accent4"/>
          </a:lnRef>
          <a:fillRef idx="3">
            <a:schemeClr val="accent4"/>
          </a:fillRef>
          <a:effectRef idx="3">
            <a:schemeClr val="accent4"/>
          </a:effectRef>
          <a:fontRef idx="minor">
            <a:schemeClr val="lt1"/>
          </a:fontRef>
        </p:style>
        <p:txBody>
          <a:bodyPr rtlCol="0" anchor="ctr"/>
          <a:lstStyle/>
          <a:p>
            <a:pPr algn="ctr"/>
            <a:r>
              <a:rPr lang="en-US" b="1" dirty="0"/>
              <a:t>INDICATOR</a:t>
            </a:r>
          </a:p>
        </p:txBody>
      </p:sp>
      <p:sp>
        <p:nvSpPr>
          <p:cNvPr id="9" name="Oval 8">
            <a:extLst>
              <a:ext uri="{FF2B5EF4-FFF2-40B4-BE49-F238E27FC236}">
                <a16:creationId xmlns:a16="http://schemas.microsoft.com/office/drawing/2014/main" id="{068CCFCC-2991-FA7B-0E7F-54BE3ECC6B51}"/>
              </a:ext>
            </a:extLst>
          </p:cNvPr>
          <p:cNvSpPr/>
          <p:nvPr/>
        </p:nvSpPr>
        <p:spPr>
          <a:xfrm>
            <a:off x="4245160" y="913863"/>
            <a:ext cx="2096886" cy="784831"/>
          </a:xfrm>
          <a:prstGeom prst="ellipse">
            <a:avLst/>
          </a:prstGeom>
          <a:ln/>
        </p:spPr>
        <p:style>
          <a:lnRef idx="0">
            <a:schemeClr val="accent4"/>
          </a:lnRef>
          <a:fillRef idx="3">
            <a:schemeClr val="accent4"/>
          </a:fillRef>
          <a:effectRef idx="3">
            <a:schemeClr val="accent4"/>
          </a:effectRef>
          <a:fontRef idx="minor">
            <a:schemeClr val="lt1"/>
          </a:fontRef>
        </p:style>
        <p:txBody>
          <a:bodyPr rtlCol="0" anchor="ctr"/>
          <a:lstStyle/>
          <a:p>
            <a:pPr algn="ctr"/>
            <a:r>
              <a:rPr lang="en-US" b="1" dirty="0"/>
              <a:t>Control</a:t>
            </a:r>
          </a:p>
        </p:txBody>
      </p:sp>
      <p:sp>
        <p:nvSpPr>
          <p:cNvPr id="10" name="Oval 9">
            <a:extLst>
              <a:ext uri="{FF2B5EF4-FFF2-40B4-BE49-F238E27FC236}">
                <a16:creationId xmlns:a16="http://schemas.microsoft.com/office/drawing/2014/main" id="{6218A2A3-4298-737C-3033-FBC1606C335C}"/>
              </a:ext>
            </a:extLst>
          </p:cNvPr>
          <p:cNvSpPr/>
          <p:nvPr/>
        </p:nvSpPr>
        <p:spPr>
          <a:xfrm>
            <a:off x="8391179" y="952003"/>
            <a:ext cx="2096886" cy="784831"/>
          </a:xfrm>
          <a:prstGeom prst="ellipse">
            <a:avLst/>
          </a:prstGeom>
          <a:ln/>
        </p:spPr>
        <p:style>
          <a:lnRef idx="0">
            <a:schemeClr val="accent4"/>
          </a:lnRef>
          <a:fillRef idx="3">
            <a:schemeClr val="accent4"/>
          </a:fillRef>
          <a:effectRef idx="3">
            <a:schemeClr val="accent4"/>
          </a:effectRef>
          <a:fontRef idx="minor">
            <a:schemeClr val="lt1"/>
          </a:fontRef>
        </p:style>
        <p:txBody>
          <a:bodyPr rtlCol="0" anchor="ctr"/>
          <a:lstStyle/>
          <a:p>
            <a:pPr algn="ctr"/>
            <a:r>
              <a:rPr lang="en-US" sz="1500" b="1" dirty="0"/>
              <a:t>Significant </a:t>
            </a:r>
            <a:r>
              <a:rPr lang="en-US" sz="1500" b="1" dirty="0" err="1"/>
              <a:t>inflence</a:t>
            </a:r>
            <a:endParaRPr lang="en-US" sz="1500" b="1" dirty="0"/>
          </a:p>
        </p:txBody>
      </p:sp>
      <p:cxnSp>
        <p:nvCxnSpPr>
          <p:cNvPr id="12" name="Straight Connector 11">
            <a:extLst>
              <a:ext uri="{FF2B5EF4-FFF2-40B4-BE49-F238E27FC236}">
                <a16:creationId xmlns:a16="http://schemas.microsoft.com/office/drawing/2014/main" id="{BAAFCBC6-0ED3-6C0A-76CB-4F182E07051F}"/>
              </a:ext>
            </a:extLst>
          </p:cNvPr>
          <p:cNvCxnSpPr>
            <a:cxnSpLocks/>
          </p:cNvCxnSpPr>
          <p:nvPr/>
        </p:nvCxnSpPr>
        <p:spPr>
          <a:xfrm>
            <a:off x="72901" y="2044700"/>
            <a:ext cx="12192000" cy="0"/>
          </a:xfrm>
          <a:prstGeom prst="line">
            <a:avLst/>
          </a:prstGeom>
        </p:spPr>
        <p:style>
          <a:lnRef idx="3">
            <a:schemeClr val="dk1"/>
          </a:lnRef>
          <a:fillRef idx="0">
            <a:schemeClr val="dk1"/>
          </a:fillRef>
          <a:effectRef idx="2">
            <a:schemeClr val="dk1"/>
          </a:effectRef>
          <a:fontRef idx="minor">
            <a:schemeClr val="tx1"/>
          </a:fontRef>
        </p:style>
      </p:cxnSp>
      <p:cxnSp>
        <p:nvCxnSpPr>
          <p:cNvPr id="15" name="Straight Connector 14">
            <a:extLst>
              <a:ext uri="{FF2B5EF4-FFF2-40B4-BE49-F238E27FC236}">
                <a16:creationId xmlns:a16="http://schemas.microsoft.com/office/drawing/2014/main" id="{92F23388-EE81-3624-8B98-B719B00D3838}"/>
              </a:ext>
            </a:extLst>
          </p:cNvPr>
          <p:cNvCxnSpPr>
            <a:cxnSpLocks/>
          </p:cNvCxnSpPr>
          <p:nvPr/>
        </p:nvCxnSpPr>
        <p:spPr>
          <a:xfrm>
            <a:off x="0" y="2646166"/>
            <a:ext cx="12192000" cy="0"/>
          </a:xfrm>
          <a:prstGeom prst="line">
            <a:avLst/>
          </a:prstGeom>
        </p:spPr>
        <p:style>
          <a:lnRef idx="3">
            <a:schemeClr val="dk1"/>
          </a:lnRef>
          <a:fillRef idx="0">
            <a:schemeClr val="dk1"/>
          </a:fillRef>
          <a:effectRef idx="2">
            <a:schemeClr val="dk1"/>
          </a:effectRef>
          <a:fontRef idx="minor">
            <a:schemeClr val="tx1"/>
          </a:fontRef>
        </p:style>
      </p:cxnSp>
      <p:cxnSp>
        <p:nvCxnSpPr>
          <p:cNvPr id="16" name="Straight Connector 15">
            <a:extLst>
              <a:ext uri="{FF2B5EF4-FFF2-40B4-BE49-F238E27FC236}">
                <a16:creationId xmlns:a16="http://schemas.microsoft.com/office/drawing/2014/main" id="{052B57F8-C533-7CC7-45BD-D5A754BB486B}"/>
              </a:ext>
            </a:extLst>
          </p:cNvPr>
          <p:cNvCxnSpPr>
            <a:cxnSpLocks/>
          </p:cNvCxnSpPr>
          <p:nvPr/>
        </p:nvCxnSpPr>
        <p:spPr>
          <a:xfrm>
            <a:off x="0" y="4516860"/>
            <a:ext cx="12192000" cy="0"/>
          </a:xfrm>
          <a:prstGeom prst="line">
            <a:avLst/>
          </a:prstGeom>
        </p:spPr>
        <p:style>
          <a:lnRef idx="3">
            <a:schemeClr val="dk1"/>
          </a:lnRef>
          <a:fillRef idx="0">
            <a:schemeClr val="dk1"/>
          </a:fillRef>
          <a:effectRef idx="2">
            <a:schemeClr val="dk1"/>
          </a:effectRef>
          <a:fontRef idx="minor">
            <a:schemeClr val="tx1"/>
          </a:fontRef>
        </p:style>
      </p:cxnSp>
      <p:cxnSp>
        <p:nvCxnSpPr>
          <p:cNvPr id="19" name="Straight Connector 18">
            <a:extLst>
              <a:ext uri="{FF2B5EF4-FFF2-40B4-BE49-F238E27FC236}">
                <a16:creationId xmlns:a16="http://schemas.microsoft.com/office/drawing/2014/main" id="{A2CA1CCB-08AF-DACC-76B0-D13DC531593B}"/>
              </a:ext>
            </a:extLst>
          </p:cNvPr>
          <p:cNvCxnSpPr>
            <a:cxnSpLocks/>
          </p:cNvCxnSpPr>
          <p:nvPr/>
        </p:nvCxnSpPr>
        <p:spPr>
          <a:xfrm>
            <a:off x="7663964" y="2021164"/>
            <a:ext cx="0" cy="3195119"/>
          </a:xfrm>
          <a:prstGeom prst="line">
            <a:avLst/>
          </a:prstGeom>
        </p:spPr>
        <p:style>
          <a:lnRef idx="3">
            <a:schemeClr val="dk1"/>
          </a:lnRef>
          <a:fillRef idx="0">
            <a:schemeClr val="dk1"/>
          </a:fillRef>
          <a:effectRef idx="2">
            <a:schemeClr val="dk1"/>
          </a:effectRef>
          <a:fontRef idx="minor">
            <a:schemeClr val="tx1"/>
          </a:fontRef>
        </p:style>
      </p:cxnSp>
      <p:cxnSp>
        <p:nvCxnSpPr>
          <p:cNvPr id="20" name="Straight Connector 19">
            <a:extLst>
              <a:ext uri="{FF2B5EF4-FFF2-40B4-BE49-F238E27FC236}">
                <a16:creationId xmlns:a16="http://schemas.microsoft.com/office/drawing/2014/main" id="{B6D91325-4483-82FE-BAA0-57660AE2F2A2}"/>
              </a:ext>
            </a:extLst>
          </p:cNvPr>
          <p:cNvCxnSpPr>
            <a:cxnSpLocks/>
          </p:cNvCxnSpPr>
          <p:nvPr/>
        </p:nvCxnSpPr>
        <p:spPr>
          <a:xfrm>
            <a:off x="2652532" y="2044700"/>
            <a:ext cx="18384" cy="3171583"/>
          </a:xfrm>
          <a:prstGeom prst="line">
            <a:avLst/>
          </a:prstGeom>
        </p:spPr>
        <p:style>
          <a:lnRef idx="3">
            <a:schemeClr val="dk1"/>
          </a:lnRef>
          <a:fillRef idx="0">
            <a:schemeClr val="dk1"/>
          </a:fillRef>
          <a:effectRef idx="2">
            <a:schemeClr val="dk1"/>
          </a:effectRef>
          <a:fontRef idx="minor">
            <a:schemeClr val="tx1"/>
          </a:fontRef>
        </p:style>
      </p:cxnSp>
      <p:sp>
        <p:nvSpPr>
          <p:cNvPr id="24" name="TextBox 23">
            <a:extLst>
              <a:ext uri="{FF2B5EF4-FFF2-40B4-BE49-F238E27FC236}">
                <a16:creationId xmlns:a16="http://schemas.microsoft.com/office/drawing/2014/main" id="{44D23974-F604-3277-2019-086497E0F21B}"/>
              </a:ext>
            </a:extLst>
          </p:cNvPr>
          <p:cNvSpPr txBox="1"/>
          <p:nvPr/>
        </p:nvSpPr>
        <p:spPr>
          <a:xfrm>
            <a:off x="550182" y="2164324"/>
            <a:ext cx="1755048" cy="369332"/>
          </a:xfrm>
          <a:prstGeom prst="rect">
            <a:avLst/>
          </a:prstGeom>
          <a:noFill/>
        </p:spPr>
        <p:txBody>
          <a:bodyPr wrap="square" rtlCol="0">
            <a:spAutoFit/>
          </a:bodyPr>
          <a:lstStyle/>
          <a:p>
            <a:r>
              <a:rPr lang="en-US" b="1" dirty="0"/>
              <a:t>Board Seat</a:t>
            </a:r>
          </a:p>
        </p:txBody>
      </p:sp>
      <p:sp>
        <p:nvSpPr>
          <p:cNvPr id="28" name="TextBox 27">
            <a:extLst>
              <a:ext uri="{FF2B5EF4-FFF2-40B4-BE49-F238E27FC236}">
                <a16:creationId xmlns:a16="http://schemas.microsoft.com/office/drawing/2014/main" id="{EAD3A8CB-F638-A8DF-C320-4BCB4713A5EE}"/>
              </a:ext>
            </a:extLst>
          </p:cNvPr>
          <p:cNvSpPr txBox="1"/>
          <p:nvPr/>
        </p:nvSpPr>
        <p:spPr>
          <a:xfrm>
            <a:off x="9306528" y="2131914"/>
            <a:ext cx="6244540" cy="369332"/>
          </a:xfrm>
          <a:prstGeom prst="rect">
            <a:avLst/>
          </a:prstGeom>
          <a:noFill/>
        </p:spPr>
        <p:txBody>
          <a:bodyPr wrap="square">
            <a:spAutoFit/>
          </a:bodyPr>
          <a:lstStyle/>
          <a:p>
            <a:r>
              <a:rPr lang="en-US" b="1" dirty="0"/>
              <a:t>Minority</a:t>
            </a:r>
          </a:p>
        </p:txBody>
      </p:sp>
      <p:cxnSp>
        <p:nvCxnSpPr>
          <p:cNvPr id="32" name="Straight Connector 31">
            <a:extLst>
              <a:ext uri="{FF2B5EF4-FFF2-40B4-BE49-F238E27FC236}">
                <a16:creationId xmlns:a16="http://schemas.microsoft.com/office/drawing/2014/main" id="{B3139FB4-B173-8CD5-DFBB-1784D7558D74}"/>
              </a:ext>
            </a:extLst>
          </p:cNvPr>
          <p:cNvCxnSpPr>
            <a:cxnSpLocks/>
          </p:cNvCxnSpPr>
          <p:nvPr/>
        </p:nvCxnSpPr>
        <p:spPr>
          <a:xfrm>
            <a:off x="-229264" y="5216283"/>
            <a:ext cx="12192000" cy="0"/>
          </a:xfrm>
          <a:prstGeom prst="line">
            <a:avLst/>
          </a:prstGeom>
        </p:spPr>
        <p:style>
          <a:lnRef idx="3">
            <a:schemeClr val="dk1"/>
          </a:lnRef>
          <a:fillRef idx="0">
            <a:schemeClr val="dk1"/>
          </a:fillRef>
          <a:effectRef idx="2">
            <a:schemeClr val="dk1"/>
          </a:effectRef>
          <a:fontRef idx="minor">
            <a:schemeClr val="tx1"/>
          </a:fontRef>
        </p:style>
      </p:cxnSp>
      <p:sp>
        <p:nvSpPr>
          <p:cNvPr id="36" name="TextBox 35">
            <a:extLst>
              <a:ext uri="{FF2B5EF4-FFF2-40B4-BE49-F238E27FC236}">
                <a16:creationId xmlns:a16="http://schemas.microsoft.com/office/drawing/2014/main" id="{54C0B911-A570-E988-4102-B687706F8D86}"/>
              </a:ext>
            </a:extLst>
          </p:cNvPr>
          <p:cNvSpPr txBox="1"/>
          <p:nvPr/>
        </p:nvSpPr>
        <p:spPr>
          <a:xfrm>
            <a:off x="486169" y="2758508"/>
            <a:ext cx="8212238" cy="369332"/>
          </a:xfrm>
          <a:prstGeom prst="rect">
            <a:avLst/>
          </a:prstGeom>
          <a:noFill/>
        </p:spPr>
        <p:txBody>
          <a:bodyPr wrap="square">
            <a:spAutoFit/>
          </a:bodyPr>
          <a:lstStyle/>
          <a:p>
            <a:r>
              <a:rPr lang="en-US" b="1" dirty="0"/>
              <a:t>Policy Decisions</a:t>
            </a:r>
          </a:p>
        </p:txBody>
      </p:sp>
      <p:sp>
        <p:nvSpPr>
          <p:cNvPr id="38" name="TextBox 37">
            <a:extLst>
              <a:ext uri="{FF2B5EF4-FFF2-40B4-BE49-F238E27FC236}">
                <a16:creationId xmlns:a16="http://schemas.microsoft.com/office/drawing/2014/main" id="{666595EA-7FF9-9F0C-4808-D79D8B6985B9}"/>
              </a:ext>
            </a:extLst>
          </p:cNvPr>
          <p:cNvSpPr txBox="1"/>
          <p:nvPr/>
        </p:nvSpPr>
        <p:spPr>
          <a:xfrm>
            <a:off x="6717176" y="3699129"/>
            <a:ext cx="8212238" cy="369332"/>
          </a:xfrm>
          <a:prstGeom prst="rect">
            <a:avLst/>
          </a:prstGeom>
          <a:noFill/>
        </p:spPr>
        <p:txBody>
          <a:bodyPr wrap="square">
            <a:spAutoFit/>
          </a:bodyPr>
          <a:lstStyle/>
          <a:p>
            <a:r>
              <a:rPr lang="en-US" b="1" dirty="0"/>
              <a:t>+ </a:t>
            </a:r>
          </a:p>
        </p:txBody>
      </p:sp>
      <p:sp>
        <p:nvSpPr>
          <p:cNvPr id="42" name="TextBox 41">
            <a:extLst>
              <a:ext uri="{FF2B5EF4-FFF2-40B4-BE49-F238E27FC236}">
                <a16:creationId xmlns:a16="http://schemas.microsoft.com/office/drawing/2014/main" id="{87FCA2F4-7612-A271-D34A-2B217420AA8C}"/>
              </a:ext>
            </a:extLst>
          </p:cNvPr>
          <p:cNvSpPr txBox="1"/>
          <p:nvPr/>
        </p:nvSpPr>
        <p:spPr>
          <a:xfrm>
            <a:off x="4184059" y="4653918"/>
            <a:ext cx="9340768" cy="369332"/>
          </a:xfrm>
          <a:prstGeom prst="rect">
            <a:avLst/>
          </a:prstGeom>
          <a:noFill/>
        </p:spPr>
        <p:txBody>
          <a:bodyPr wrap="square">
            <a:spAutoFit/>
          </a:bodyPr>
          <a:lstStyle/>
          <a:p>
            <a:r>
              <a:rPr lang="en-US" b="1" dirty="0"/>
              <a:t>Consolidation</a:t>
            </a:r>
          </a:p>
        </p:txBody>
      </p:sp>
      <p:sp>
        <p:nvSpPr>
          <p:cNvPr id="47" name="Rectangle: Rounded Corners 46">
            <a:extLst>
              <a:ext uri="{FF2B5EF4-FFF2-40B4-BE49-F238E27FC236}">
                <a16:creationId xmlns:a16="http://schemas.microsoft.com/office/drawing/2014/main" id="{10132F59-9EA2-1B9E-D6F7-3FB245DDE78B}"/>
              </a:ext>
            </a:extLst>
          </p:cNvPr>
          <p:cNvSpPr/>
          <p:nvPr/>
        </p:nvSpPr>
        <p:spPr>
          <a:xfrm>
            <a:off x="3108453" y="5867592"/>
            <a:ext cx="3233593" cy="664998"/>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OTHER INVESTMENTS</a:t>
            </a:r>
          </a:p>
        </p:txBody>
      </p:sp>
      <p:cxnSp>
        <p:nvCxnSpPr>
          <p:cNvPr id="49" name="Straight Arrow Connector 48">
            <a:extLst>
              <a:ext uri="{FF2B5EF4-FFF2-40B4-BE49-F238E27FC236}">
                <a16:creationId xmlns:a16="http://schemas.microsoft.com/office/drawing/2014/main" id="{17041159-4B47-03E2-5BE2-54E8FC2BB86B}"/>
              </a:ext>
            </a:extLst>
          </p:cNvPr>
          <p:cNvCxnSpPr>
            <a:stCxn id="47" idx="3"/>
          </p:cNvCxnSpPr>
          <p:nvPr/>
        </p:nvCxnSpPr>
        <p:spPr>
          <a:xfrm>
            <a:off x="6342046" y="6200091"/>
            <a:ext cx="2049133"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50" name="Oval 49">
            <a:extLst>
              <a:ext uri="{FF2B5EF4-FFF2-40B4-BE49-F238E27FC236}">
                <a16:creationId xmlns:a16="http://schemas.microsoft.com/office/drawing/2014/main" id="{5B57F77C-C75D-E38C-5CB1-DD172CF6AC00}"/>
              </a:ext>
            </a:extLst>
          </p:cNvPr>
          <p:cNvSpPr/>
          <p:nvPr/>
        </p:nvSpPr>
        <p:spPr>
          <a:xfrm>
            <a:off x="8496735" y="5847423"/>
            <a:ext cx="3140420" cy="72011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b="1" dirty="0"/>
              <a:t>FINANCIAL INSTRUMENTS (PFRS9)</a:t>
            </a:r>
          </a:p>
        </p:txBody>
      </p:sp>
      <p:cxnSp>
        <p:nvCxnSpPr>
          <p:cNvPr id="6" name="Straight Connector 5">
            <a:extLst>
              <a:ext uri="{FF2B5EF4-FFF2-40B4-BE49-F238E27FC236}">
                <a16:creationId xmlns:a16="http://schemas.microsoft.com/office/drawing/2014/main" id="{73D1C7D0-5C18-990C-A4D8-845C4F32EE12}"/>
              </a:ext>
            </a:extLst>
          </p:cNvPr>
          <p:cNvCxnSpPr>
            <a:cxnSpLocks/>
          </p:cNvCxnSpPr>
          <p:nvPr/>
        </p:nvCxnSpPr>
        <p:spPr>
          <a:xfrm>
            <a:off x="-54216" y="3286246"/>
            <a:ext cx="12192000" cy="0"/>
          </a:xfrm>
          <a:prstGeom prst="line">
            <a:avLst/>
          </a:prstGeom>
        </p:spPr>
        <p:style>
          <a:lnRef idx="3">
            <a:schemeClr val="dk1"/>
          </a:lnRef>
          <a:fillRef idx="0">
            <a:schemeClr val="dk1"/>
          </a:fillRef>
          <a:effectRef idx="2">
            <a:schemeClr val="dk1"/>
          </a:effectRef>
          <a:fontRef idx="minor">
            <a:schemeClr val="tx1"/>
          </a:fontRef>
        </p:style>
      </p:cxnSp>
      <p:cxnSp>
        <p:nvCxnSpPr>
          <p:cNvPr id="11" name="Straight Connector 10">
            <a:extLst>
              <a:ext uri="{FF2B5EF4-FFF2-40B4-BE49-F238E27FC236}">
                <a16:creationId xmlns:a16="http://schemas.microsoft.com/office/drawing/2014/main" id="{54597B8C-E58D-C793-2E17-43FF7783E665}"/>
              </a:ext>
            </a:extLst>
          </p:cNvPr>
          <p:cNvCxnSpPr>
            <a:cxnSpLocks/>
          </p:cNvCxnSpPr>
          <p:nvPr/>
        </p:nvCxnSpPr>
        <p:spPr>
          <a:xfrm>
            <a:off x="0" y="3883795"/>
            <a:ext cx="12192000" cy="0"/>
          </a:xfrm>
          <a:prstGeom prst="line">
            <a:avLst/>
          </a:prstGeom>
        </p:spPr>
        <p:style>
          <a:lnRef idx="3">
            <a:schemeClr val="dk1"/>
          </a:lnRef>
          <a:fillRef idx="0">
            <a:schemeClr val="dk1"/>
          </a:fillRef>
          <a:effectRef idx="2">
            <a:schemeClr val="dk1"/>
          </a:effectRef>
          <a:fontRef idx="minor">
            <a:schemeClr val="tx1"/>
          </a:fontRef>
        </p:style>
      </p:cxnSp>
      <p:sp>
        <p:nvSpPr>
          <p:cNvPr id="17" name="TextBox 16">
            <a:extLst>
              <a:ext uri="{FF2B5EF4-FFF2-40B4-BE49-F238E27FC236}">
                <a16:creationId xmlns:a16="http://schemas.microsoft.com/office/drawing/2014/main" id="{A76FCD6E-965D-7DCD-97DE-2D9E719B94C5}"/>
              </a:ext>
            </a:extLst>
          </p:cNvPr>
          <p:cNvSpPr txBox="1"/>
          <p:nvPr/>
        </p:nvSpPr>
        <p:spPr>
          <a:xfrm>
            <a:off x="547025" y="3365737"/>
            <a:ext cx="9519920" cy="369332"/>
          </a:xfrm>
          <a:prstGeom prst="rect">
            <a:avLst/>
          </a:prstGeom>
          <a:noFill/>
        </p:spPr>
        <p:txBody>
          <a:bodyPr wrap="square">
            <a:spAutoFit/>
          </a:bodyPr>
          <a:lstStyle/>
          <a:p>
            <a:r>
              <a:rPr lang="en-US" b="1" dirty="0"/>
              <a:t>Budget Approval</a:t>
            </a:r>
          </a:p>
        </p:txBody>
      </p:sp>
      <p:sp>
        <p:nvSpPr>
          <p:cNvPr id="21" name="TextBox 20">
            <a:extLst>
              <a:ext uri="{FF2B5EF4-FFF2-40B4-BE49-F238E27FC236}">
                <a16:creationId xmlns:a16="http://schemas.microsoft.com/office/drawing/2014/main" id="{6FEE8946-CC55-264F-8D98-5D5982B7AF5C}"/>
              </a:ext>
            </a:extLst>
          </p:cNvPr>
          <p:cNvSpPr txBox="1"/>
          <p:nvPr/>
        </p:nvSpPr>
        <p:spPr>
          <a:xfrm>
            <a:off x="606152" y="4014270"/>
            <a:ext cx="9519920" cy="369332"/>
          </a:xfrm>
          <a:prstGeom prst="rect">
            <a:avLst/>
          </a:prstGeom>
          <a:noFill/>
        </p:spPr>
        <p:txBody>
          <a:bodyPr wrap="square">
            <a:spAutoFit/>
          </a:bodyPr>
          <a:lstStyle/>
          <a:p>
            <a:r>
              <a:rPr lang="en-US" b="1" dirty="0"/>
              <a:t>Shareholdings </a:t>
            </a:r>
          </a:p>
        </p:txBody>
      </p:sp>
      <p:sp>
        <p:nvSpPr>
          <p:cNvPr id="27" name="TextBox 26">
            <a:extLst>
              <a:ext uri="{FF2B5EF4-FFF2-40B4-BE49-F238E27FC236}">
                <a16:creationId xmlns:a16="http://schemas.microsoft.com/office/drawing/2014/main" id="{E53E3C74-F214-A37F-26B4-88D9392D5A96}"/>
              </a:ext>
            </a:extLst>
          </p:cNvPr>
          <p:cNvSpPr txBox="1"/>
          <p:nvPr/>
        </p:nvSpPr>
        <p:spPr>
          <a:xfrm>
            <a:off x="608049" y="4668868"/>
            <a:ext cx="9337040" cy="369332"/>
          </a:xfrm>
          <a:prstGeom prst="rect">
            <a:avLst/>
          </a:prstGeom>
          <a:noFill/>
        </p:spPr>
        <p:txBody>
          <a:bodyPr wrap="square">
            <a:spAutoFit/>
          </a:bodyPr>
          <a:lstStyle/>
          <a:p>
            <a:r>
              <a:rPr lang="en-US" b="1" dirty="0"/>
              <a:t>Accounting</a:t>
            </a:r>
          </a:p>
        </p:txBody>
      </p:sp>
      <p:sp>
        <p:nvSpPr>
          <p:cNvPr id="33" name="TextBox 32">
            <a:extLst>
              <a:ext uri="{FF2B5EF4-FFF2-40B4-BE49-F238E27FC236}">
                <a16:creationId xmlns:a16="http://schemas.microsoft.com/office/drawing/2014/main" id="{7FEC5816-CA3D-B466-AB45-102AA9D47E17}"/>
              </a:ext>
            </a:extLst>
          </p:cNvPr>
          <p:cNvSpPr txBox="1"/>
          <p:nvPr/>
        </p:nvSpPr>
        <p:spPr>
          <a:xfrm>
            <a:off x="4074704" y="2128592"/>
            <a:ext cx="2102338" cy="369332"/>
          </a:xfrm>
          <a:prstGeom prst="rect">
            <a:avLst/>
          </a:prstGeom>
          <a:noFill/>
        </p:spPr>
        <p:txBody>
          <a:bodyPr wrap="square">
            <a:spAutoFit/>
          </a:bodyPr>
          <a:lstStyle/>
          <a:p>
            <a:r>
              <a:rPr lang="en-US" b="1" dirty="0"/>
              <a:t>Majority / dominant</a:t>
            </a:r>
          </a:p>
        </p:txBody>
      </p:sp>
      <p:sp>
        <p:nvSpPr>
          <p:cNvPr id="35" name="TextBox 34">
            <a:extLst>
              <a:ext uri="{FF2B5EF4-FFF2-40B4-BE49-F238E27FC236}">
                <a16:creationId xmlns:a16="http://schemas.microsoft.com/office/drawing/2014/main" id="{D2103DF4-23E8-849E-F2E6-05A524E1FD3C}"/>
              </a:ext>
            </a:extLst>
          </p:cNvPr>
          <p:cNvSpPr txBox="1"/>
          <p:nvPr/>
        </p:nvSpPr>
        <p:spPr>
          <a:xfrm>
            <a:off x="4592288" y="2767735"/>
            <a:ext cx="9428480" cy="369332"/>
          </a:xfrm>
          <a:prstGeom prst="rect">
            <a:avLst/>
          </a:prstGeom>
          <a:noFill/>
        </p:spPr>
        <p:txBody>
          <a:bodyPr wrap="square">
            <a:spAutoFit/>
          </a:bodyPr>
          <a:lstStyle/>
          <a:p>
            <a:r>
              <a:rPr lang="en-US" b="1" dirty="0"/>
              <a:t>Final say</a:t>
            </a:r>
          </a:p>
        </p:txBody>
      </p:sp>
      <p:sp>
        <p:nvSpPr>
          <p:cNvPr id="39" name="TextBox 38">
            <a:extLst>
              <a:ext uri="{FF2B5EF4-FFF2-40B4-BE49-F238E27FC236}">
                <a16:creationId xmlns:a16="http://schemas.microsoft.com/office/drawing/2014/main" id="{92C480B1-3DE3-EC3D-864C-4CE695E5F2EC}"/>
              </a:ext>
            </a:extLst>
          </p:cNvPr>
          <p:cNvSpPr txBox="1"/>
          <p:nvPr/>
        </p:nvSpPr>
        <p:spPr>
          <a:xfrm>
            <a:off x="4460240" y="3356056"/>
            <a:ext cx="9428480" cy="369332"/>
          </a:xfrm>
          <a:prstGeom prst="rect">
            <a:avLst/>
          </a:prstGeom>
          <a:noFill/>
        </p:spPr>
        <p:txBody>
          <a:bodyPr wrap="square">
            <a:spAutoFit/>
          </a:bodyPr>
          <a:lstStyle/>
          <a:p>
            <a:r>
              <a:rPr lang="en-US" b="1" dirty="0"/>
              <a:t>Unilateral</a:t>
            </a:r>
          </a:p>
        </p:txBody>
      </p:sp>
      <p:sp>
        <p:nvSpPr>
          <p:cNvPr id="43" name="TextBox 42">
            <a:extLst>
              <a:ext uri="{FF2B5EF4-FFF2-40B4-BE49-F238E27FC236}">
                <a16:creationId xmlns:a16="http://schemas.microsoft.com/office/drawing/2014/main" id="{89AE3BD8-6DBD-454A-FA8B-1B9F815AF869}"/>
              </a:ext>
            </a:extLst>
          </p:cNvPr>
          <p:cNvSpPr txBox="1"/>
          <p:nvPr/>
        </p:nvSpPr>
        <p:spPr>
          <a:xfrm>
            <a:off x="4592288" y="3976500"/>
            <a:ext cx="9428480" cy="369332"/>
          </a:xfrm>
          <a:prstGeom prst="rect">
            <a:avLst/>
          </a:prstGeom>
          <a:noFill/>
        </p:spPr>
        <p:txBody>
          <a:bodyPr wrap="square">
            <a:spAutoFit/>
          </a:bodyPr>
          <a:lstStyle/>
          <a:p>
            <a:r>
              <a:rPr lang="en-US" b="1" dirty="0"/>
              <a:t>Any %</a:t>
            </a:r>
          </a:p>
        </p:txBody>
      </p:sp>
      <p:sp>
        <p:nvSpPr>
          <p:cNvPr id="48" name="TextBox 47">
            <a:extLst>
              <a:ext uri="{FF2B5EF4-FFF2-40B4-BE49-F238E27FC236}">
                <a16:creationId xmlns:a16="http://schemas.microsoft.com/office/drawing/2014/main" id="{8E97A793-2D9E-A6D2-16B6-88CFB03B333B}"/>
              </a:ext>
            </a:extLst>
          </p:cNvPr>
          <p:cNvSpPr txBox="1"/>
          <p:nvPr/>
        </p:nvSpPr>
        <p:spPr>
          <a:xfrm>
            <a:off x="9071458" y="2764907"/>
            <a:ext cx="9428480" cy="369332"/>
          </a:xfrm>
          <a:prstGeom prst="rect">
            <a:avLst/>
          </a:prstGeom>
          <a:noFill/>
        </p:spPr>
        <p:txBody>
          <a:bodyPr wrap="square">
            <a:spAutoFit/>
          </a:bodyPr>
          <a:lstStyle/>
          <a:p>
            <a:r>
              <a:rPr lang="en-US" b="1" dirty="0"/>
              <a:t>Participation Only</a:t>
            </a:r>
          </a:p>
        </p:txBody>
      </p:sp>
      <p:sp>
        <p:nvSpPr>
          <p:cNvPr id="52" name="TextBox 51">
            <a:extLst>
              <a:ext uri="{FF2B5EF4-FFF2-40B4-BE49-F238E27FC236}">
                <a16:creationId xmlns:a16="http://schemas.microsoft.com/office/drawing/2014/main" id="{8805B51E-F7A4-A1AD-9A97-63CD84746E90}"/>
              </a:ext>
            </a:extLst>
          </p:cNvPr>
          <p:cNvSpPr txBox="1"/>
          <p:nvPr/>
        </p:nvSpPr>
        <p:spPr>
          <a:xfrm>
            <a:off x="9306528" y="3344324"/>
            <a:ext cx="9428480" cy="369332"/>
          </a:xfrm>
          <a:prstGeom prst="rect">
            <a:avLst/>
          </a:prstGeom>
          <a:noFill/>
        </p:spPr>
        <p:txBody>
          <a:bodyPr wrap="square">
            <a:spAutoFit/>
          </a:bodyPr>
          <a:lstStyle/>
          <a:p>
            <a:r>
              <a:rPr lang="en-US" b="1" dirty="0"/>
              <a:t>Advisory</a:t>
            </a:r>
          </a:p>
        </p:txBody>
      </p:sp>
      <p:sp>
        <p:nvSpPr>
          <p:cNvPr id="54" name="TextBox 53">
            <a:extLst>
              <a:ext uri="{FF2B5EF4-FFF2-40B4-BE49-F238E27FC236}">
                <a16:creationId xmlns:a16="http://schemas.microsoft.com/office/drawing/2014/main" id="{A00B6C16-6A9A-EDFE-9025-601A89025A28}"/>
              </a:ext>
            </a:extLst>
          </p:cNvPr>
          <p:cNvSpPr txBox="1"/>
          <p:nvPr/>
        </p:nvSpPr>
        <p:spPr>
          <a:xfrm>
            <a:off x="8983757" y="3905208"/>
            <a:ext cx="9484360" cy="369332"/>
          </a:xfrm>
          <a:prstGeom prst="rect">
            <a:avLst/>
          </a:prstGeom>
          <a:noFill/>
        </p:spPr>
        <p:txBody>
          <a:bodyPr wrap="square">
            <a:spAutoFit/>
          </a:bodyPr>
          <a:lstStyle/>
          <a:p>
            <a:r>
              <a:rPr lang="en-US" b="1" dirty="0"/>
              <a:t>Usually 20–50%</a:t>
            </a:r>
          </a:p>
        </p:txBody>
      </p:sp>
    </p:spTree>
    <p:extLst>
      <p:ext uri="{BB962C8B-B14F-4D97-AF65-F5344CB8AC3E}">
        <p14:creationId xmlns:p14="http://schemas.microsoft.com/office/powerpoint/2010/main" val="28829524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ppt_x"/>
                                          </p:val>
                                        </p:tav>
                                        <p:tav tm="100000">
                                          <p:val>
                                            <p:strVal val="#ppt_x"/>
                                          </p:val>
                                        </p:tav>
                                      </p:tavLst>
                                    </p:anim>
                                    <p:anim calcmode="lin" valueType="num">
                                      <p:cBhvr additive="base">
                                        <p:cTn id="1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500" fill="hold"/>
                                        <p:tgtEl>
                                          <p:spTgt spid="10"/>
                                        </p:tgtEl>
                                        <p:attrNameLst>
                                          <p:attrName>ppt_x</p:attrName>
                                        </p:attrNameLst>
                                      </p:cBhvr>
                                      <p:tavLst>
                                        <p:tav tm="0">
                                          <p:val>
                                            <p:strVal val="#ppt_x"/>
                                          </p:val>
                                        </p:tav>
                                        <p:tav tm="100000">
                                          <p:val>
                                            <p:strVal val="#ppt_x"/>
                                          </p:val>
                                        </p:tav>
                                      </p:tavLst>
                                    </p:anim>
                                    <p:anim calcmode="lin" valueType="num">
                                      <p:cBhvr additive="base">
                                        <p:cTn id="20"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6"/>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2"/>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20"/>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19"/>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6" presetClass="entr" presetSubtype="21" fill="hold" grpId="0" nodeType="clickEffect">
                                  <p:stCondLst>
                                    <p:cond delay="0"/>
                                  </p:stCondLst>
                                  <p:childTnLst>
                                    <p:set>
                                      <p:cBhvr>
                                        <p:cTn id="48" dur="1" fill="hold">
                                          <p:stCondLst>
                                            <p:cond delay="0"/>
                                          </p:stCondLst>
                                        </p:cTn>
                                        <p:tgtEl>
                                          <p:spTgt spid="24"/>
                                        </p:tgtEl>
                                        <p:attrNameLst>
                                          <p:attrName>style.visibility</p:attrName>
                                        </p:attrNameLst>
                                      </p:cBhvr>
                                      <p:to>
                                        <p:strVal val="visible"/>
                                      </p:to>
                                    </p:set>
                                    <p:animEffect transition="in" filter="barn(inVertical)">
                                      <p:cBhvr>
                                        <p:cTn id="49" dur="500"/>
                                        <p:tgtEl>
                                          <p:spTgt spid="24"/>
                                        </p:tgtEl>
                                      </p:cBhvr>
                                    </p:animEffect>
                                  </p:childTnLst>
                                </p:cTn>
                              </p:par>
                            </p:childTnLst>
                          </p:cTn>
                        </p:par>
                      </p:childTnLst>
                    </p:cTn>
                  </p:par>
                  <p:par>
                    <p:cTn id="50" fill="hold">
                      <p:stCondLst>
                        <p:cond delay="indefinite"/>
                      </p:stCondLst>
                      <p:childTnLst>
                        <p:par>
                          <p:cTn id="51" fill="hold">
                            <p:stCondLst>
                              <p:cond delay="0"/>
                            </p:stCondLst>
                            <p:childTnLst>
                              <p:par>
                                <p:cTn id="52" presetID="16" presetClass="entr" presetSubtype="21" fill="hold" grpId="0" nodeType="clickEffect">
                                  <p:stCondLst>
                                    <p:cond delay="0"/>
                                  </p:stCondLst>
                                  <p:childTnLst>
                                    <p:set>
                                      <p:cBhvr>
                                        <p:cTn id="53" dur="1" fill="hold">
                                          <p:stCondLst>
                                            <p:cond delay="0"/>
                                          </p:stCondLst>
                                        </p:cTn>
                                        <p:tgtEl>
                                          <p:spTgt spid="28"/>
                                        </p:tgtEl>
                                        <p:attrNameLst>
                                          <p:attrName>style.visibility</p:attrName>
                                        </p:attrNameLst>
                                      </p:cBhvr>
                                      <p:to>
                                        <p:strVal val="visible"/>
                                      </p:to>
                                    </p:set>
                                    <p:animEffect transition="in" filter="barn(inVertical)">
                                      <p:cBhvr>
                                        <p:cTn id="54" dur="500"/>
                                        <p:tgtEl>
                                          <p:spTgt spid="28"/>
                                        </p:tgtEl>
                                      </p:cBhvr>
                                    </p:animEffect>
                                  </p:childTnLst>
                                </p:cTn>
                              </p:par>
                            </p:childTnLst>
                          </p:cTn>
                        </p:par>
                      </p:childTnLst>
                    </p:cTn>
                  </p:par>
                  <p:par>
                    <p:cTn id="55" fill="hold">
                      <p:stCondLst>
                        <p:cond delay="indefinite"/>
                      </p:stCondLst>
                      <p:childTnLst>
                        <p:par>
                          <p:cTn id="56" fill="hold">
                            <p:stCondLst>
                              <p:cond delay="0"/>
                            </p:stCondLst>
                            <p:childTnLst>
                              <p:par>
                                <p:cTn id="57" presetID="16" presetClass="entr" presetSubtype="21" fill="hold" grpId="0" nodeType="clickEffect">
                                  <p:stCondLst>
                                    <p:cond delay="0"/>
                                  </p:stCondLst>
                                  <p:childTnLst>
                                    <p:set>
                                      <p:cBhvr>
                                        <p:cTn id="58" dur="1" fill="hold">
                                          <p:stCondLst>
                                            <p:cond delay="0"/>
                                          </p:stCondLst>
                                        </p:cTn>
                                        <p:tgtEl>
                                          <p:spTgt spid="36"/>
                                        </p:tgtEl>
                                        <p:attrNameLst>
                                          <p:attrName>style.visibility</p:attrName>
                                        </p:attrNameLst>
                                      </p:cBhvr>
                                      <p:to>
                                        <p:strVal val="visible"/>
                                      </p:to>
                                    </p:set>
                                    <p:animEffect transition="in" filter="barn(inVertical)">
                                      <p:cBhvr>
                                        <p:cTn id="59" dur="500"/>
                                        <p:tgtEl>
                                          <p:spTgt spid="36"/>
                                        </p:tgtEl>
                                      </p:cBhvr>
                                    </p:animEffect>
                                  </p:childTnLst>
                                </p:cTn>
                              </p:par>
                            </p:childTnLst>
                          </p:cTn>
                        </p:par>
                      </p:childTnLst>
                    </p:cTn>
                  </p:par>
                  <p:par>
                    <p:cTn id="60" fill="hold">
                      <p:stCondLst>
                        <p:cond delay="indefinite"/>
                      </p:stCondLst>
                      <p:childTnLst>
                        <p:par>
                          <p:cTn id="61" fill="hold">
                            <p:stCondLst>
                              <p:cond delay="0"/>
                            </p:stCondLst>
                            <p:childTnLst>
                              <p:par>
                                <p:cTn id="62" presetID="16" presetClass="entr" presetSubtype="21" fill="hold" grpId="0" nodeType="clickEffect">
                                  <p:stCondLst>
                                    <p:cond delay="0"/>
                                  </p:stCondLst>
                                  <p:childTnLst>
                                    <p:set>
                                      <p:cBhvr>
                                        <p:cTn id="63" dur="1" fill="hold">
                                          <p:stCondLst>
                                            <p:cond delay="0"/>
                                          </p:stCondLst>
                                        </p:cTn>
                                        <p:tgtEl>
                                          <p:spTgt spid="38"/>
                                        </p:tgtEl>
                                        <p:attrNameLst>
                                          <p:attrName>style.visibility</p:attrName>
                                        </p:attrNameLst>
                                      </p:cBhvr>
                                      <p:to>
                                        <p:strVal val="visible"/>
                                      </p:to>
                                    </p:set>
                                    <p:animEffect transition="in" filter="barn(inVertical)">
                                      <p:cBhvr>
                                        <p:cTn id="64" dur="500"/>
                                        <p:tgtEl>
                                          <p:spTgt spid="38"/>
                                        </p:tgtEl>
                                      </p:cBhvr>
                                    </p:animEffect>
                                  </p:childTnLst>
                                </p:cTn>
                              </p:par>
                            </p:childTnLst>
                          </p:cTn>
                        </p:par>
                      </p:childTnLst>
                    </p:cTn>
                  </p:par>
                  <p:par>
                    <p:cTn id="65" fill="hold">
                      <p:stCondLst>
                        <p:cond delay="indefinite"/>
                      </p:stCondLst>
                      <p:childTnLst>
                        <p:par>
                          <p:cTn id="66" fill="hold">
                            <p:stCondLst>
                              <p:cond delay="0"/>
                            </p:stCondLst>
                            <p:childTnLst>
                              <p:par>
                                <p:cTn id="67" presetID="16" presetClass="entr" presetSubtype="21" fill="hold" grpId="0" nodeType="clickEffect">
                                  <p:stCondLst>
                                    <p:cond delay="0"/>
                                  </p:stCondLst>
                                  <p:childTnLst>
                                    <p:set>
                                      <p:cBhvr>
                                        <p:cTn id="68" dur="1" fill="hold">
                                          <p:stCondLst>
                                            <p:cond delay="0"/>
                                          </p:stCondLst>
                                        </p:cTn>
                                        <p:tgtEl>
                                          <p:spTgt spid="42"/>
                                        </p:tgtEl>
                                        <p:attrNameLst>
                                          <p:attrName>style.visibility</p:attrName>
                                        </p:attrNameLst>
                                      </p:cBhvr>
                                      <p:to>
                                        <p:strVal val="visible"/>
                                      </p:to>
                                    </p:set>
                                    <p:animEffect transition="in" filter="barn(inVertical)">
                                      <p:cBhvr>
                                        <p:cTn id="69" dur="500"/>
                                        <p:tgtEl>
                                          <p:spTgt spid="42"/>
                                        </p:tgtEl>
                                      </p:cBhvr>
                                    </p:animEffect>
                                  </p:childTnLst>
                                </p:cTn>
                              </p:par>
                            </p:childTnLst>
                          </p:cTn>
                        </p:par>
                      </p:childTnLst>
                    </p:cTn>
                  </p:par>
                  <p:par>
                    <p:cTn id="70" fill="hold">
                      <p:stCondLst>
                        <p:cond delay="indefinite"/>
                      </p:stCondLst>
                      <p:childTnLst>
                        <p:par>
                          <p:cTn id="71" fill="hold">
                            <p:stCondLst>
                              <p:cond delay="0"/>
                            </p:stCondLst>
                            <p:childTnLst>
                              <p:par>
                                <p:cTn id="72" presetID="2" presetClass="entr" presetSubtype="4" fill="hold" grpId="0" nodeType="clickEffect">
                                  <p:stCondLst>
                                    <p:cond delay="0"/>
                                  </p:stCondLst>
                                  <p:childTnLst>
                                    <p:set>
                                      <p:cBhvr>
                                        <p:cTn id="73" dur="1" fill="hold">
                                          <p:stCondLst>
                                            <p:cond delay="0"/>
                                          </p:stCondLst>
                                        </p:cTn>
                                        <p:tgtEl>
                                          <p:spTgt spid="47"/>
                                        </p:tgtEl>
                                        <p:attrNameLst>
                                          <p:attrName>style.visibility</p:attrName>
                                        </p:attrNameLst>
                                      </p:cBhvr>
                                      <p:to>
                                        <p:strVal val="visible"/>
                                      </p:to>
                                    </p:set>
                                    <p:anim calcmode="lin" valueType="num">
                                      <p:cBhvr additive="base">
                                        <p:cTn id="74" dur="500" fill="hold"/>
                                        <p:tgtEl>
                                          <p:spTgt spid="47"/>
                                        </p:tgtEl>
                                        <p:attrNameLst>
                                          <p:attrName>ppt_x</p:attrName>
                                        </p:attrNameLst>
                                      </p:cBhvr>
                                      <p:tavLst>
                                        <p:tav tm="0">
                                          <p:val>
                                            <p:strVal val="#ppt_x"/>
                                          </p:val>
                                        </p:tav>
                                        <p:tav tm="100000">
                                          <p:val>
                                            <p:strVal val="#ppt_x"/>
                                          </p:val>
                                        </p:tav>
                                      </p:tavLst>
                                    </p:anim>
                                    <p:anim calcmode="lin" valueType="num">
                                      <p:cBhvr additive="base">
                                        <p:cTn id="75" dur="500" fill="hold"/>
                                        <p:tgtEl>
                                          <p:spTgt spid="47"/>
                                        </p:tgtEl>
                                        <p:attrNameLst>
                                          <p:attrName>ppt_y</p:attrName>
                                        </p:attrNameLst>
                                      </p:cBhvr>
                                      <p:tavLst>
                                        <p:tav tm="0">
                                          <p:val>
                                            <p:strVal val="1+#ppt_h/2"/>
                                          </p:val>
                                        </p:tav>
                                        <p:tav tm="100000">
                                          <p:val>
                                            <p:strVal val="#ppt_y"/>
                                          </p:val>
                                        </p:tav>
                                      </p:tavLst>
                                    </p:anim>
                                  </p:childTnLst>
                                </p:cTn>
                              </p:par>
                            </p:childTnLst>
                          </p:cTn>
                        </p:par>
                      </p:childTnLst>
                    </p:cTn>
                  </p:par>
                  <p:par>
                    <p:cTn id="76" fill="hold">
                      <p:stCondLst>
                        <p:cond delay="indefinite"/>
                      </p:stCondLst>
                      <p:childTnLst>
                        <p:par>
                          <p:cTn id="77" fill="hold">
                            <p:stCondLst>
                              <p:cond delay="0"/>
                            </p:stCondLst>
                            <p:childTnLst>
                              <p:par>
                                <p:cTn id="78" presetID="2" presetClass="entr" presetSubtype="4" fill="hold" nodeType="clickEffect">
                                  <p:stCondLst>
                                    <p:cond delay="0"/>
                                  </p:stCondLst>
                                  <p:childTnLst>
                                    <p:set>
                                      <p:cBhvr>
                                        <p:cTn id="79" dur="1" fill="hold">
                                          <p:stCondLst>
                                            <p:cond delay="0"/>
                                          </p:stCondLst>
                                        </p:cTn>
                                        <p:tgtEl>
                                          <p:spTgt spid="49"/>
                                        </p:tgtEl>
                                        <p:attrNameLst>
                                          <p:attrName>style.visibility</p:attrName>
                                        </p:attrNameLst>
                                      </p:cBhvr>
                                      <p:to>
                                        <p:strVal val="visible"/>
                                      </p:to>
                                    </p:set>
                                    <p:anim calcmode="lin" valueType="num">
                                      <p:cBhvr additive="base">
                                        <p:cTn id="80" dur="500" fill="hold"/>
                                        <p:tgtEl>
                                          <p:spTgt spid="49"/>
                                        </p:tgtEl>
                                        <p:attrNameLst>
                                          <p:attrName>ppt_x</p:attrName>
                                        </p:attrNameLst>
                                      </p:cBhvr>
                                      <p:tavLst>
                                        <p:tav tm="0">
                                          <p:val>
                                            <p:strVal val="#ppt_x"/>
                                          </p:val>
                                        </p:tav>
                                        <p:tav tm="100000">
                                          <p:val>
                                            <p:strVal val="#ppt_x"/>
                                          </p:val>
                                        </p:tav>
                                      </p:tavLst>
                                    </p:anim>
                                    <p:anim calcmode="lin" valueType="num">
                                      <p:cBhvr additive="base">
                                        <p:cTn id="81" dur="500" fill="hold"/>
                                        <p:tgtEl>
                                          <p:spTgt spid="49"/>
                                        </p:tgtEl>
                                        <p:attrNameLst>
                                          <p:attrName>ppt_y</p:attrName>
                                        </p:attrNameLst>
                                      </p:cBhvr>
                                      <p:tavLst>
                                        <p:tav tm="0">
                                          <p:val>
                                            <p:strVal val="1+#ppt_h/2"/>
                                          </p:val>
                                        </p:tav>
                                        <p:tav tm="100000">
                                          <p:val>
                                            <p:strVal val="#ppt_y"/>
                                          </p:val>
                                        </p:tav>
                                      </p:tavLst>
                                    </p:anim>
                                  </p:childTnLst>
                                </p:cTn>
                              </p:par>
                            </p:childTnLst>
                          </p:cTn>
                        </p:par>
                      </p:childTnLst>
                    </p:cTn>
                  </p:par>
                  <p:par>
                    <p:cTn id="82" fill="hold">
                      <p:stCondLst>
                        <p:cond delay="indefinite"/>
                      </p:stCondLst>
                      <p:childTnLst>
                        <p:par>
                          <p:cTn id="83" fill="hold">
                            <p:stCondLst>
                              <p:cond delay="0"/>
                            </p:stCondLst>
                            <p:childTnLst>
                              <p:par>
                                <p:cTn id="84" presetID="2" presetClass="entr" presetSubtype="4" fill="hold" grpId="0" nodeType="clickEffect">
                                  <p:stCondLst>
                                    <p:cond delay="0"/>
                                  </p:stCondLst>
                                  <p:childTnLst>
                                    <p:set>
                                      <p:cBhvr>
                                        <p:cTn id="85" dur="1" fill="hold">
                                          <p:stCondLst>
                                            <p:cond delay="0"/>
                                          </p:stCondLst>
                                        </p:cTn>
                                        <p:tgtEl>
                                          <p:spTgt spid="50"/>
                                        </p:tgtEl>
                                        <p:attrNameLst>
                                          <p:attrName>style.visibility</p:attrName>
                                        </p:attrNameLst>
                                      </p:cBhvr>
                                      <p:to>
                                        <p:strVal val="visible"/>
                                      </p:to>
                                    </p:set>
                                    <p:anim calcmode="lin" valueType="num">
                                      <p:cBhvr additive="base">
                                        <p:cTn id="86" dur="500" fill="hold"/>
                                        <p:tgtEl>
                                          <p:spTgt spid="50"/>
                                        </p:tgtEl>
                                        <p:attrNameLst>
                                          <p:attrName>ppt_x</p:attrName>
                                        </p:attrNameLst>
                                      </p:cBhvr>
                                      <p:tavLst>
                                        <p:tav tm="0">
                                          <p:val>
                                            <p:strVal val="#ppt_x"/>
                                          </p:val>
                                        </p:tav>
                                        <p:tav tm="100000">
                                          <p:val>
                                            <p:strVal val="#ppt_x"/>
                                          </p:val>
                                        </p:tav>
                                      </p:tavLst>
                                    </p:anim>
                                    <p:anim calcmode="lin" valueType="num">
                                      <p:cBhvr additive="base">
                                        <p:cTn id="87" dur="500" fill="hold"/>
                                        <p:tgtEl>
                                          <p:spTgt spid="50"/>
                                        </p:tgtEl>
                                        <p:attrNameLst>
                                          <p:attrName>ppt_y</p:attrName>
                                        </p:attrNameLst>
                                      </p:cBhvr>
                                      <p:tavLst>
                                        <p:tav tm="0">
                                          <p:val>
                                            <p:strVal val="1+#ppt_h/2"/>
                                          </p:val>
                                        </p:tav>
                                        <p:tav tm="100000">
                                          <p:val>
                                            <p:strVal val="#ppt_y"/>
                                          </p:val>
                                        </p:tav>
                                      </p:tavLst>
                                    </p:anim>
                                  </p:childTnLst>
                                </p:cTn>
                              </p:par>
                            </p:childTnLst>
                          </p:cTn>
                        </p:par>
                      </p:childTnLst>
                    </p:cTn>
                  </p:par>
                  <p:par>
                    <p:cTn id="88" fill="hold">
                      <p:stCondLst>
                        <p:cond delay="indefinite"/>
                      </p:stCondLst>
                      <p:childTnLst>
                        <p:par>
                          <p:cTn id="89" fill="hold">
                            <p:stCondLst>
                              <p:cond delay="0"/>
                            </p:stCondLst>
                            <p:childTnLst>
                              <p:par>
                                <p:cTn id="90" presetID="1" presetClass="entr" presetSubtype="0" fill="hold" nodeType="clickEffect">
                                  <p:stCondLst>
                                    <p:cond delay="0"/>
                                  </p:stCondLst>
                                  <p:childTnLst>
                                    <p:set>
                                      <p:cBhvr>
                                        <p:cTn id="91" dur="1" fill="hold">
                                          <p:stCondLst>
                                            <p:cond delay="0"/>
                                          </p:stCondLst>
                                        </p:cTn>
                                        <p:tgtEl>
                                          <p:spTgt spid="6"/>
                                        </p:tgtEl>
                                        <p:attrNameLst>
                                          <p:attrName>style.visibility</p:attrName>
                                        </p:attrNameLst>
                                      </p:cBhvr>
                                      <p:to>
                                        <p:strVal val="visible"/>
                                      </p:to>
                                    </p:set>
                                  </p:childTnLst>
                                </p:cTn>
                              </p:par>
                            </p:childTnLst>
                          </p:cTn>
                        </p:par>
                      </p:childTnLst>
                    </p:cTn>
                  </p:par>
                  <p:par>
                    <p:cTn id="92" fill="hold">
                      <p:stCondLst>
                        <p:cond delay="indefinite"/>
                      </p:stCondLst>
                      <p:childTnLst>
                        <p:par>
                          <p:cTn id="93" fill="hold">
                            <p:stCondLst>
                              <p:cond delay="0"/>
                            </p:stCondLst>
                            <p:childTnLst>
                              <p:par>
                                <p:cTn id="94" presetID="1" presetClass="entr" presetSubtype="0" fill="hold" nodeType="clickEffect">
                                  <p:stCondLst>
                                    <p:cond delay="0"/>
                                  </p:stCondLst>
                                  <p:childTnLst>
                                    <p:set>
                                      <p:cBhvr>
                                        <p:cTn id="95"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24" grpId="0"/>
      <p:bldP spid="28" grpId="0"/>
      <p:bldP spid="36" grpId="0"/>
      <p:bldP spid="38" grpId="0"/>
      <p:bldP spid="42" grpId="0"/>
      <p:bldP spid="47" grpId="0" animBg="1"/>
      <p:bldP spid="50"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A97DE77-1D0D-D495-80D6-00E6B89178EE}"/>
              </a:ext>
            </a:extLst>
          </p:cNvPr>
          <p:cNvSpPr>
            <a:spLocks noGrp="1"/>
          </p:cNvSpPr>
          <p:nvPr>
            <p:ph type="body" sz="quarter" idx="12"/>
          </p:nvPr>
        </p:nvSpPr>
        <p:spPr>
          <a:xfrm>
            <a:off x="553717" y="1094281"/>
            <a:ext cx="11355254" cy="429719"/>
          </a:xfrm>
        </p:spPr>
        <p:txBody>
          <a:bodyPr/>
          <a:lstStyle/>
          <a:p>
            <a:pPr marL="0" indent="0">
              <a:buNone/>
            </a:pPr>
            <a:r>
              <a:rPr lang="en-US" b="1" dirty="0"/>
              <a:t>OBJECTIVE: Improve Relevance, Reliability and Comparability of information about a Business Combination</a:t>
            </a:r>
          </a:p>
          <a:p>
            <a:pPr marL="0" indent="0">
              <a:buNone/>
            </a:pPr>
            <a:r>
              <a:rPr lang="en-US" b="1" dirty="0"/>
              <a:t>And It’s Effects</a:t>
            </a:r>
          </a:p>
        </p:txBody>
      </p:sp>
      <p:sp>
        <p:nvSpPr>
          <p:cNvPr id="3" name="Picture Placeholder 2">
            <a:extLst>
              <a:ext uri="{FF2B5EF4-FFF2-40B4-BE49-F238E27FC236}">
                <a16:creationId xmlns:a16="http://schemas.microsoft.com/office/drawing/2014/main" id="{9F79C2F5-EA0A-51CE-5084-295E08021A69}"/>
              </a:ext>
            </a:extLst>
          </p:cNvPr>
          <p:cNvSpPr>
            <a:spLocks noGrp="1"/>
          </p:cNvSpPr>
          <p:nvPr>
            <p:ph type="pic" sz="quarter" idx="13"/>
          </p:nvPr>
        </p:nvSpPr>
        <p:spPr/>
        <p:txBody>
          <a:bodyPr/>
          <a:lstStyle/>
          <a:p>
            <a:endParaRPr lang="en-US"/>
          </a:p>
        </p:txBody>
      </p:sp>
      <p:sp>
        <p:nvSpPr>
          <p:cNvPr id="4" name="Title 3">
            <a:extLst>
              <a:ext uri="{FF2B5EF4-FFF2-40B4-BE49-F238E27FC236}">
                <a16:creationId xmlns:a16="http://schemas.microsoft.com/office/drawing/2014/main" id="{9BCFCB8B-DD37-2F26-8402-B91DCCC9C399}"/>
              </a:ext>
            </a:extLst>
          </p:cNvPr>
          <p:cNvSpPr>
            <a:spLocks noGrp="1"/>
          </p:cNvSpPr>
          <p:nvPr>
            <p:ph type="title"/>
          </p:nvPr>
        </p:nvSpPr>
        <p:spPr>
          <a:xfrm>
            <a:off x="660400" y="263284"/>
            <a:ext cx="10192657" cy="830997"/>
          </a:xfrm>
        </p:spPr>
        <p:txBody>
          <a:bodyPr/>
          <a:lstStyle/>
          <a:p>
            <a:r>
              <a:rPr lang="en-US" dirty="0"/>
              <a:t>PFRS 3 Business Combination</a:t>
            </a:r>
          </a:p>
        </p:txBody>
      </p:sp>
      <p:pic>
        <p:nvPicPr>
          <p:cNvPr id="5" name="Picture 4" descr="eLearning">
            <a:extLst>
              <a:ext uri="{FF2B5EF4-FFF2-40B4-BE49-F238E27FC236}">
                <a16:creationId xmlns:a16="http://schemas.microsoft.com/office/drawing/2014/main" id="{78FE7A0C-DF1A-FF93-B84A-3D649B73A2C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3717" y="5578997"/>
            <a:ext cx="2096886" cy="1200439"/>
          </a:xfrm>
          <a:prstGeom prst="rect">
            <a:avLst/>
          </a:prstGeom>
          <a:noFill/>
          <a:extLst>
            <a:ext uri="{909E8E84-426E-40DD-AFC4-6F175D3DCCD1}">
              <a14:hiddenFill xmlns:a14="http://schemas.microsoft.com/office/drawing/2010/main">
                <a:solidFill>
                  <a:srgbClr val="FFFFFF"/>
                </a:solidFill>
              </a14:hiddenFill>
            </a:ext>
          </a:extLst>
        </p:spPr>
      </p:pic>
      <p:sp>
        <p:nvSpPr>
          <p:cNvPr id="11" name="Arrow: Down 10">
            <a:extLst>
              <a:ext uri="{FF2B5EF4-FFF2-40B4-BE49-F238E27FC236}">
                <a16:creationId xmlns:a16="http://schemas.microsoft.com/office/drawing/2014/main" id="{A5A6BEED-C708-6EE5-ED4F-3B1C93B8BCF0}"/>
              </a:ext>
            </a:extLst>
          </p:cNvPr>
          <p:cNvSpPr/>
          <p:nvPr/>
        </p:nvSpPr>
        <p:spPr>
          <a:xfrm>
            <a:off x="5011057" y="1839952"/>
            <a:ext cx="936171" cy="1338943"/>
          </a:xfrm>
          <a:prstGeom prst="down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558CE7E7-0139-C04B-FC0D-7A7EC2B823C5}"/>
              </a:ext>
            </a:extLst>
          </p:cNvPr>
          <p:cNvSpPr txBox="1"/>
          <p:nvPr/>
        </p:nvSpPr>
        <p:spPr>
          <a:xfrm>
            <a:off x="4795157" y="3239282"/>
            <a:ext cx="3864429" cy="369332"/>
          </a:xfrm>
          <a:prstGeom prst="rect">
            <a:avLst/>
          </a:prstGeom>
          <a:noFill/>
        </p:spPr>
        <p:txBody>
          <a:bodyPr wrap="square" rtlCol="0">
            <a:spAutoFit/>
          </a:bodyPr>
          <a:lstStyle/>
          <a:p>
            <a:r>
              <a:rPr lang="en-US" dirty="0"/>
              <a:t>Principles For: </a:t>
            </a:r>
          </a:p>
        </p:txBody>
      </p:sp>
      <p:cxnSp>
        <p:nvCxnSpPr>
          <p:cNvPr id="14" name="Straight Arrow Connector 13">
            <a:extLst>
              <a:ext uri="{FF2B5EF4-FFF2-40B4-BE49-F238E27FC236}">
                <a16:creationId xmlns:a16="http://schemas.microsoft.com/office/drawing/2014/main" id="{9FB4320C-34C3-AAE4-1A63-42B92CAF21FA}"/>
              </a:ext>
            </a:extLst>
          </p:cNvPr>
          <p:cNvCxnSpPr/>
          <p:nvPr/>
        </p:nvCxnSpPr>
        <p:spPr>
          <a:xfrm flipH="1">
            <a:off x="3080657" y="3608614"/>
            <a:ext cx="1930400" cy="11811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60806941-8EDC-A2BA-A79F-42C18DCDE409}"/>
              </a:ext>
            </a:extLst>
          </p:cNvPr>
          <p:cNvSpPr txBox="1"/>
          <p:nvPr/>
        </p:nvSpPr>
        <p:spPr>
          <a:xfrm>
            <a:off x="1602160" y="4789714"/>
            <a:ext cx="2387602" cy="923330"/>
          </a:xfrm>
          <a:prstGeom prst="rect">
            <a:avLst/>
          </a:prstGeom>
          <a:noFill/>
        </p:spPr>
        <p:txBody>
          <a:bodyPr wrap="square">
            <a:spAutoFit/>
          </a:bodyPr>
          <a:lstStyle/>
          <a:p>
            <a:r>
              <a:rPr lang="en-US" dirty="0"/>
              <a:t>Measurement of Asset and Liabilities</a:t>
            </a:r>
          </a:p>
          <a:p>
            <a:endParaRPr lang="en-US" dirty="0"/>
          </a:p>
        </p:txBody>
      </p:sp>
      <p:cxnSp>
        <p:nvCxnSpPr>
          <p:cNvPr id="18" name="Straight Arrow Connector 17">
            <a:extLst>
              <a:ext uri="{FF2B5EF4-FFF2-40B4-BE49-F238E27FC236}">
                <a16:creationId xmlns:a16="http://schemas.microsoft.com/office/drawing/2014/main" id="{1CE769BB-1396-93F9-4A09-022518998FF9}"/>
              </a:ext>
            </a:extLst>
          </p:cNvPr>
          <p:cNvCxnSpPr>
            <a:cxnSpLocks/>
          </p:cNvCxnSpPr>
          <p:nvPr/>
        </p:nvCxnSpPr>
        <p:spPr>
          <a:xfrm>
            <a:off x="5479142" y="3608614"/>
            <a:ext cx="0" cy="11811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DA26974A-A0BF-0443-010A-5A333586DC14}"/>
              </a:ext>
            </a:extLst>
          </p:cNvPr>
          <p:cNvSpPr txBox="1"/>
          <p:nvPr/>
        </p:nvSpPr>
        <p:spPr>
          <a:xfrm>
            <a:off x="4348988" y="4789714"/>
            <a:ext cx="6096000" cy="369332"/>
          </a:xfrm>
          <a:prstGeom prst="rect">
            <a:avLst/>
          </a:prstGeom>
          <a:noFill/>
        </p:spPr>
        <p:txBody>
          <a:bodyPr wrap="square">
            <a:spAutoFit/>
          </a:bodyPr>
          <a:lstStyle/>
          <a:p>
            <a:r>
              <a:rPr lang="en-US" dirty="0"/>
              <a:t>Recognizing Goodwill</a:t>
            </a:r>
          </a:p>
        </p:txBody>
      </p:sp>
      <p:cxnSp>
        <p:nvCxnSpPr>
          <p:cNvPr id="23" name="Straight Arrow Connector 22">
            <a:extLst>
              <a:ext uri="{FF2B5EF4-FFF2-40B4-BE49-F238E27FC236}">
                <a16:creationId xmlns:a16="http://schemas.microsoft.com/office/drawing/2014/main" id="{7203BDA0-6105-9A62-4086-B5A2A8D40DA9}"/>
              </a:ext>
            </a:extLst>
          </p:cNvPr>
          <p:cNvCxnSpPr/>
          <p:nvPr/>
        </p:nvCxnSpPr>
        <p:spPr>
          <a:xfrm>
            <a:off x="5947228" y="3608614"/>
            <a:ext cx="2554515" cy="11811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D77014C7-C66F-F683-3B67-195BF17F0ACC}"/>
              </a:ext>
            </a:extLst>
          </p:cNvPr>
          <p:cNvSpPr txBox="1"/>
          <p:nvPr/>
        </p:nvSpPr>
        <p:spPr>
          <a:xfrm>
            <a:off x="7449453" y="4789714"/>
            <a:ext cx="6096000" cy="369332"/>
          </a:xfrm>
          <a:prstGeom prst="rect">
            <a:avLst/>
          </a:prstGeom>
          <a:noFill/>
        </p:spPr>
        <p:txBody>
          <a:bodyPr wrap="square">
            <a:spAutoFit/>
          </a:bodyPr>
          <a:lstStyle/>
          <a:p>
            <a:r>
              <a:rPr lang="en-US" dirty="0"/>
              <a:t>Disclosure Requirement</a:t>
            </a:r>
          </a:p>
        </p:txBody>
      </p:sp>
      <p:sp>
        <p:nvSpPr>
          <p:cNvPr id="26" name="TextBox 25">
            <a:extLst>
              <a:ext uri="{FF2B5EF4-FFF2-40B4-BE49-F238E27FC236}">
                <a16:creationId xmlns:a16="http://schemas.microsoft.com/office/drawing/2014/main" id="{43044B22-9A1B-0F82-FDA7-1D55C471BD79}"/>
              </a:ext>
            </a:extLst>
          </p:cNvPr>
          <p:cNvSpPr txBox="1"/>
          <p:nvPr/>
        </p:nvSpPr>
        <p:spPr>
          <a:xfrm>
            <a:off x="553717" y="2242457"/>
            <a:ext cx="3561083" cy="923330"/>
          </a:xfrm>
          <a:prstGeom prst="rect">
            <a:avLst/>
          </a:prstGeom>
          <a:noFill/>
        </p:spPr>
        <p:txBody>
          <a:bodyPr wrap="square" rtlCol="0">
            <a:spAutoFit/>
          </a:bodyPr>
          <a:lstStyle/>
          <a:p>
            <a:r>
              <a:rPr lang="en-US" b="1" dirty="0">
                <a:solidFill>
                  <a:srgbClr val="C00000"/>
                </a:solidFill>
              </a:rPr>
              <a:t>PFRS 3 IS NOT FOR CONSOLIDATION PROCEDURE , REFER TO PFRS 10 for Consolidated FS</a:t>
            </a:r>
          </a:p>
        </p:txBody>
      </p:sp>
    </p:spTree>
    <p:extLst>
      <p:ext uri="{BB962C8B-B14F-4D97-AF65-F5344CB8AC3E}">
        <p14:creationId xmlns:p14="http://schemas.microsoft.com/office/powerpoint/2010/main" val="8488167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500" fill="hold"/>
                                        <p:tgtEl>
                                          <p:spTgt spid="11"/>
                                        </p:tgtEl>
                                        <p:attrNameLst>
                                          <p:attrName>ppt_x</p:attrName>
                                        </p:attrNameLst>
                                      </p:cBhvr>
                                      <p:tavLst>
                                        <p:tav tm="0">
                                          <p:val>
                                            <p:strVal val="#ppt_x"/>
                                          </p:val>
                                        </p:tav>
                                        <p:tav tm="100000">
                                          <p:val>
                                            <p:strVal val="#ppt_x"/>
                                          </p:val>
                                        </p:tav>
                                      </p:tavLst>
                                    </p:anim>
                                    <p:anim calcmode="lin" valueType="num">
                                      <p:cBhvr additive="base">
                                        <p:cTn id="20"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2"/>
                                        </p:tgtEl>
                                        <p:attrNameLst>
                                          <p:attrName>style.visibility</p:attrName>
                                        </p:attrNameLst>
                                      </p:cBhvr>
                                      <p:to>
                                        <p:strVal val="visible"/>
                                      </p:to>
                                    </p:set>
                                    <p:anim calcmode="lin" valueType="num">
                                      <p:cBhvr additive="base">
                                        <p:cTn id="25" dur="500" fill="hold"/>
                                        <p:tgtEl>
                                          <p:spTgt spid="12"/>
                                        </p:tgtEl>
                                        <p:attrNameLst>
                                          <p:attrName>ppt_x</p:attrName>
                                        </p:attrNameLst>
                                      </p:cBhvr>
                                      <p:tavLst>
                                        <p:tav tm="0">
                                          <p:val>
                                            <p:strVal val="#ppt_x"/>
                                          </p:val>
                                        </p:tav>
                                        <p:tav tm="100000">
                                          <p:val>
                                            <p:strVal val="#ppt_x"/>
                                          </p:val>
                                        </p:tav>
                                      </p:tavLst>
                                    </p:anim>
                                    <p:anim calcmode="lin" valueType="num">
                                      <p:cBhvr additive="base">
                                        <p:cTn id="26"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4"/>
                                        </p:tgtEl>
                                        <p:attrNameLst>
                                          <p:attrName>style.visibility</p:attrName>
                                        </p:attrNameLst>
                                      </p:cBhvr>
                                      <p:to>
                                        <p:strVal val="visible"/>
                                      </p:to>
                                    </p:set>
                                    <p:anim calcmode="lin" valueType="num">
                                      <p:cBhvr additive="base">
                                        <p:cTn id="31" dur="500" fill="hold"/>
                                        <p:tgtEl>
                                          <p:spTgt spid="14"/>
                                        </p:tgtEl>
                                        <p:attrNameLst>
                                          <p:attrName>ppt_x</p:attrName>
                                        </p:attrNameLst>
                                      </p:cBhvr>
                                      <p:tavLst>
                                        <p:tav tm="0">
                                          <p:val>
                                            <p:strVal val="#ppt_x"/>
                                          </p:val>
                                        </p:tav>
                                        <p:tav tm="100000">
                                          <p:val>
                                            <p:strVal val="#ppt_x"/>
                                          </p:val>
                                        </p:tav>
                                      </p:tavLst>
                                    </p:anim>
                                    <p:anim calcmode="lin" valueType="num">
                                      <p:cBhvr additive="base">
                                        <p:cTn id="32"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6"/>
                                        </p:tgtEl>
                                        <p:attrNameLst>
                                          <p:attrName>style.visibility</p:attrName>
                                        </p:attrNameLst>
                                      </p:cBhvr>
                                      <p:to>
                                        <p:strVal val="visible"/>
                                      </p:to>
                                    </p:set>
                                    <p:anim calcmode="lin" valueType="num">
                                      <p:cBhvr additive="base">
                                        <p:cTn id="37" dur="500" fill="hold"/>
                                        <p:tgtEl>
                                          <p:spTgt spid="16"/>
                                        </p:tgtEl>
                                        <p:attrNameLst>
                                          <p:attrName>ppt_x</p:attrName>
                                        </p:attrNameLst>
                                      </p:cBhvr>
                                      <p:tavLst>
                                        <p:tav tm="0">
                                          <p:val>
                                            <p:strVal val="#ppt_x"/>
                                          </p:val>
                                        </p:tav>
                                        <p:tav tm="100000">
                                          <p:val>
                                            <p:strVal val="#ppt_x"/>
                                          </p:val>
                                        </p:tav>
                                      </p:tavLst>
                                    </p:anim>
                                    <p:anim calcmode="lin" valueType="num">
                                      <p:cBhvr additive="base">
                                        <p:cTn id="3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18"/>
                                        </p:tgtEl>
                                        <p:attrNameLst>
                                          <p:attrName>style.visibility</p:attrName>
                                        </p:attrNameLst>
                                      </p:cBhvr>
                                      <p:to>
                                        <p:strVal val="visible"/>
                                      </p:to>
                                    </p:set>
                                    <p:anim calcmode="lin" valueType="num">
                                      <p:cBhvr additive="base">
                                        <p:cTn id="43" dur="500" fill="hold"/>
                                        <p:tgtEl>
                                          <p:spTgt spid="18"/>
                                        </p:tgtEl>
                                        <p:attrNameLst>
                                          <p:attrName>ppt_x</p:attrName>
                                        </p:attrNameLst>
                                      </p:cBhvr>
                                      <p:tavLst>
                                        <p:tav tm="0">
                                          <p:val>
                                            <p:strVal val="#ppt_x"/>
                                          </p:val>
                                        </p:tav>
                                        <p:tav tm="100000">
                                          <p:val>
                                            <p:strVal val="#ppt_x"/>
                                          </p:val>
                                        </p:tav>
                                      </p:tavLst>
                                    </p:anim>
                                    <p:anim calcmode="lin" valueType="num">
                                      <p:cBhvr additive="base">
                                        <p:cTn id="44"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20"/>
                                        </p:tgtEl>
                                        <p:attrNameLst>
                                          <p:attrName>style.visibility</p:attrName>
                                        </p:attrNameLst>
                                      </p:cBhvr>
                                      <p:to>
                                        <p:strVal val="visible"/>
                                      </p:to>
                                    </p:set>
                                    <p:anim calcmode="lin" valueType="num">
                                      <p:cBhvr additive="base">
                                        <p:cTn id="49" dur="500" fill="hold"/>
                                        <p:tgtEl>
                                          <p:spTgt spid="20"/>
                                        </p:tgtEl>
                                        <p:attrNameLst>
                                          <p:attrName>ppt_x</p:attrName>
                                        </p:attrNameLst>
                                      </p:cBhvr>
                                      <p:tavLst>
                                        <p:tav tm="0">
                                          <p:val>
                                            <p:strVal val="#ppt_x"/>
                                          </p:val>
                                        </p:tav>
                                        <p:tav tm="100000">
                                          <p:val>
                                            <p:strVal val="#ppt_x"/>
                                          </p:val>
                                        </p:tav>
                                      </p:tavLst>
                                    </p:anim>
                                    <p:anim calcmode="lin" valueType="num">
                                      <p:cBhvr additive="base">
                                        <p:cTn id="50"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23"/>
                                        </p:tgtEl>
                                        <p:attrNameLst>
                                          <p:attrName>style.visibility</p:attrName>
                                        </p:attrNameLst>
                                      </p:cBhvr>
                                      <p:to>
                                        <p:strVal val="visible"/>
                                      </p:to>
                                    </p:set>
                                    <p:anim calcmode="lin" valueType="num">
                                      <p:cBhvr additive="base">
                                        <p:cTn id="55" dur="500" fill="hold"/>
                                        <p:tgtEl>
                                          <p:spTgt spid="23"/>
                                        </p:tgtEl>
                                        <p:attrNameLst>
                                          <p:attrName>ppt_x</p:attrName>
                                        </p:attrNameLst>
                                      </p:cBhvr>
                                      <p:tavLst>
                                        <p:tav tm="0">
                                          <p:val>
                                            <p:strVal val="#ppt_x"/>
                                          </p:val>
                                        </p:tav>
                                        <p:tav tm="100000">
                                          <p:val>
                                            <p:strVal val="#ppt_x"/>
                                          </p:val>
                                        </p:tav>
                                      </p:tavLst>
                                    </p:anim>
                                    <p:anim calcmode="lin" valueType="num">
                                      <p:cBhvr additive="base">
                                        <p:cTn id="56"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25"/>
                                        </p:tgtEl>
                                        <p:attrNameLst>
                                          <p:attrName>style.visibility</p:attrName>
                                        </p:attrNameLst>
                                      </p:cBhvr>
                                      <p:to>
                                        <p:strVal val="visible"/>
                                      </p:to>
                                    </p:set>
                                    <p:anim calcmode="lin" valueType="num">
                                      <p:cBhvr additive="base">
                                        <p:cTn id="61" dur="500" fill="hold"/>
                                        <p:tgtEl>
                                          <p:spTgt spid="25"/>
                                        </p:tgtEl>
                                        <p:attrNameLst>
                                          <p:attrName>ppt_x</p:attrName>
                                        </p:attrNameLst>
                                      </p:cBhvr>
                                      <p:tavLst>
                                        <p:tav tm="0">
                                          <p:val>
                                            <p:strVal val="#ppt_x"/>
                                          </p:val>
                                        </p:tav>
                                        <p:tav tm="100000">
                                          <p:val>
                                            <p:strVal val="#ppt_x"/>
                                          </p:val>
                                        </p:tav>
                                      </p:tavLst>
                                    </p:anim>
                                    <p:anim calcmode="lin" valueType="num">
                                      <p:cBhvr additive="base">
                                        <p:cTn id="62"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26"/>
                                        </p:tgtEl>
                                        <p:attrNameLst>
                                          <p:attrName>style.visibility</p:attrName>
                                        </p:attrNameLst>
                                      </p:cBhvr>
                                      <p:to>
                                        <p:strVal val="visible"/>
                                      </p:to>
                                    </p:set>
                                    <p:anim calcmode="lin" valueType="num">
                                      <p:cBhvr additive="base">
                                        <p:cTn id="67" dur="500" fill="hold"/>
                                        <p:tgtEl>
                                          <p:spTgt spid="26"/>
                                        </p:tgtEl>
                                        <p:attrNameLst>
                                          <p:attrName>ppt_x</p:attrName>
                                        </p:attrNameLst>
                                      </p:cBhvr>
                                      <p:tavLst>
                                        <p:tav tm="0">
                                          <p:val>
                                            <p:strVal val="#ppt_x"/>
                                          </p:val>
                                        </p:tav>
                                        <p:tav tm="100000">
                                          <p:val>
                                            <p:strVal val="#ppt_x"/>
                                          </p:val>
                                        </p:tav>
                                      </p:tavLst>
                                    </p:anim>
                                    <p:anim calcmode="lin" valueType="num">
                                      <p:cBhvr additive="base">
                                        <p:cTn id="68"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11" grpId="0" animBg="1"/>
      <p:bldP spid="12" grpId="0"/>
      <p:bldP spid="16" grpId="0"/>
      <p:bldP spid="20" grpId="0"/>
      <p:bldP spid="25" grpId="0"/>
      <p:bldP spid="2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89CEF7-9D26-404F-8653-FFF8C170D5A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3834254-473C-8A3E-02CC-7EB76E7FA832}"/>
              </a:ext>
            </a:extLst>
          </p:cNvPr>
          <p:cNvSpPr>
            <a:spLocks noGrp="1"/>
          </p:cNvSpPr>
          <p:nvPr>
            <p:ph type="title"/>
          </p:nvPr>
        </p:nvSpPr>
        <p:spPr>
          <a:xfrm>
            <a:off x="660399" y="805213"/>
            <a:ext cx="8592457" cy="830997"/>
          </a:xfrm>
        </p:spPr>
        <p:txBody>
          <a:bodyPr/>
          <a:lstStyle/>
          <a:p>
            <a:r>
              <a:rPr lang="en-US" dirty="0"/>
              <a:t>Acquisition Method PFRS 3</a:t>
            </a:r>
          </a:p>
        </p:txBody>
      </p:sp>
      <p:pic>
        <p:nvPicPr>
          <p:cNvPr id="5" name="Picture 4" descr="eLearning">
            <a:extLst>
              <a:ext uri="{FF2B5EF4-FFF2-40B4-BE49-F238E27FC236}">
                <a16:creationId xmlns:a16="http://schemas.microsoft.com/office/drawing/2014/main" id="{1B7C76AB-2931-35C4-2057-BE2584CA98F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3717" y="5578997"/>
            <a:ext cx="2096886" cy="1200439"/>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1" name="Diagram 10">
            <a:extLst>
              <a:ext uri="{FF2B5EF4-FFF2-40B4-BE49-F238E27FC236}">
                <a16:creationId xmlns:a16="http://schemas.microsoft.com/office/drawing/2014/main" id="{289A0ACE-7927-5122-AA6A-BCC7CDC54015}"/>
              </a:ext>
            </a:extLst>
          </p:cNvPr>
          <p:cNvGraphicFramePr/>
          <p:nvPr>
            <p:extLst>
              <p:ext uri="{D42A27DB-BD31-4B8C-83A1-F6EECF244321}">
                <p14:modId xmlns:p14="http://schemas.microsoft.com/office/powerpoint/2010/main" val="4276672830"/>
              </p:ext>
            </p:extLst>
          </p:nvPr>
        </p:nvGraphicFramePr>
        <p:xfrm>
          <a:off x="2402455" y="1551277"/>
          <a:ext cx="7220856" cy="448309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3389107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F356F8-41E4-F2F0-3354-5293BF43E5E0}"/>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700B8007-1D32-6E88-220F-8BBE93D48044}"/>
              </a:ext>
            </a:extLst>
          </p:cNvPr>
          <p:cNvSpPr>
            <a:spLocks noGrp="1"/>
          </p:cNvSpPr>
          <p:nvPr>
            <p:ph type="body" sz="quarter" idx="12"/>
          </p:nvPr>
        </p:nvSpPr>
        <p:spPr>
          <a:xfrm>
            <a:off x="660399" y="2044701"/>
            <a:ext cx="9583057" cy="469900"/>
          </a:xfrm>
        </p:spPr>
        <p:txBody>
          <a:bodyPr/>
          <a:lstStyle/>
          <a:p>
            <a:pPr marL="0" indent="0">
              <a:buNone/>
            </a:pPr>
            <a:r>
              <a:rPr lang="en-US" dirty="0"/>
              <a:t>1.) Recognize identifiable asset and liabilities at Acquisition Date @ FAIR VALUE</a:t>
            </a:r>
          </a:p>
          <a:p>
            <a:pPr marL="0" indent="0">
              <a:buNone/>
            </a:pPr>
            <a:endParaRPr lang="en-US" dirty="0"/>
          </a:p>
        </p:txBody>
      </p:sp>
      <p:sp>
        <p:nvSpPr>
          <p:cNvPr id="4" name="Title 3">
            <a:extLst>
              <a:ext uri="{FF2B5EF4-FFF2-40B4-BE49-F238E27FC236}">
                <a16:creationId xmlns:a16="http://schemas.microsoft.com/office/drawing/2014/main" id="{EA467691-DFB2-97D3-6AEC-437BC80363CA}"/>
              </a:ext>
            </a:extLst>
          </p:cNvPr>
          <p:cNvSpPr>
            <a:spLocks noGrp="1"/>
          </p:cNvSpPr>
          <p:nvPr>
            <p:ph type="title"/>
          </p:nvPr>
        </p:nvSpPr>
        <p:spPr>
          <a:xfrm>
            <a:off x="660400" y="184727"/>
            <a:ext cx="11705771" cy="830997"/>
          </a:xfrm>
        </p:spPr>
        <p:txBody>
          <a:bodyPr/>
          <a:lstStyle/>
          <a:p>
            <a:r>
              <a:rPr lang="en-US" dirty="0"/>
              <a:t>Step 3 Recognize Asset Liability and Non- Controlling Interest</a:t>
            </a:r>
            <a:br>
              <a:rPr lang="en-US" dirty="0"/>
            </a:br>
            <a:endParaRPr lang="en-US" dirty="0"/>
          </a:p>
        </p:txBody>
      </p:sp>
      <p:pic>
        <p:nvPicPr>
          <p:cNvPr id="5" name="Picture 4" descr="eLearning">
            <a:extLst>
              <a:ext uri="{FF2B5EF4-FFF2-40B4-BE49-F238E27FC236}">
                <a16:creationId xmlns:a16="http://schemas.microsoft.com/office/drawing/2014/main" id="{EEA89040-A002-F5AF-1BA5-5382E1F1974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3717" y="5578997"/>
            <a:ext cx="2096886" cy="1200439"/>
          </a:xfrm>
          <a:prstGeom prst="rect">
            <a:avLst/>
          </a:prstGeom>
          <a:noFill/>
          <a:extLst>
            <a:ext uri="{909E8E84-426E-40DD-AFC4-6F175D3DCCD1}">
              <a14:hiddenFill xmlns:a14="http://schemas.microsoft.com/office/drawing/2010/main">
                <a:solidFill>
                  <a:srgbClr val="FFFFFF"/>
                </a:solidFill>
              </a14:hiddenFill>
            </a:ext>
          </a:extLst>
        </p:spPr>
      </p:pic>
      <p:sp>
        <p:nvSpPr>
          <p:cNvPr id="6" name="Text Placeholder 1">
            <a:extLst>
              <a:ext uri="{FF2B5EF4-FFF2-40B4-BE49-F238E27FC236}">
                <a16:creationId xmlns:a16="http://schemas.microsoft.com/office/drawing/2014/main" id="{F38B57B4-98CF-9F88-EEDA-F9F51CC672F0}"/>
              </a:ext>
            </a:extLst>
          </p:cNvPr>
          <p:cNvSpPr txBox="1">
            <a:spLocks/>
          </p:cNvSpPr>
          <p:nvPr/>
        </p:nvSpPr>
        <p:spPr>
          <a:xfrm>
            <a:off x="660399" y="2592511"/>
            <a:ext cx="9583057" cy="469900"/>
          </a:xfrm>
          <a:prstGeom prst="rect">
            <a:avLst/>
          </a:prstGeom>
        </p:spPr>
        <p:txBody>
          <a:bodyPr/>
          <a:lstStyle>
            <a:lvl1pPr marL="266700" indent="-266700" algn="l" defTabSz="914400" rtl="0" eaLnBrk="1" latinLnBrk="0" hangingPunct="1">
              <a:lnSpc>
                <a:spcPct val="90000"/>
              </a:lnSpc>
              <a:spcBef>
                <a:spcPts val="1000"/>
              </a:spcBef>
              <a:buClr>
                <a:schemeClr val="accent4"/>
              </a:buClr>
              <a:buFont typeface="Wingdings" panose="05000000000000000000" pitchFamily="2" charset="2"/>
              <a:buChar char="§"/>
              <a:defRPr sz="2000" kern="1200">
                <a:solidFill>
                  <a:schemeClr val="tx1">
                    <a:lumMod val="75000"/>
                    <a:lumOff val="25000"/>
                  </a:schemeClr>
                </a:solidFill>
                <a:latin typeface="+mn-lt"/>
                <a:ea typeface="+mn-ea"/>
                <a:cs typeface="+mn-cs"/>
              </a:defRPr>
            </a:lvl1pPr>
            <a:lvl2pPr marL="542925" indent="-276225" algn="l" defTabSz="914400" rtl="0" eaLnBrk="1" latinLnBrk="0" hangingPunct="1">
              <a:lnSpc>
                <a:spcPct val="90000"/>
              </a:lnSpc>
              <a:spcBef>
                <a:spcPts val="500"/>
              </a:spcBef>
              <a:buClr>
                <a:schemeClr val="accent4"/>
              </a:buClr>
              <a:buFont typeface="Wingdings" panose="05000000000000000000" pitchFamily="2" charset="2"/>
              <a:buChar char="§"/>
              <a:defRPr sz="1800" kern="1200">
                <a:solidFill>
                  <a:schemeClr val="tx1">
                    <a:lumMod val="75000"/>
                    <a:lumOff val="25000"/>
                  </a:schemeClr>
                </a:solidFill>
                <a:latin typeface="+mn-lt"/>
                <a:ea typeface="+mn-ea"/>
                <a:cs typeface="+mn-cs"/>
              </a:defRPr>
            </a:lvl2pPr>
            <a:lvl3pPr marL="809625" indent="-266700" algn="l" defTabSz="914400" rtl="0" eaLnBrk="1" latinLnBrk="0" hangingPunct="1">
              <a:lnSpc>
                <a:spcPct val="90000"/>
              </a:lnSpc>
              <a:spcBef>
                <a:spcPts val="500"/>
              </a:spcBef>
              <a:buClr>
                <a:schemeClr val="accent4"/>
              </a:buClr>
              <a:buFont typeface="Wingdings" panose="05000000000000000000" pitchFamily="2" charset="2"/>
              <a:buChar char="§"/>
              <a:defRPr sz="1600" kern="1200">
                <a:solidFill>
                  <a:schemeClr val="tx1">
                    <a:lumMod val="75000"/>
                    <a:lumOff val="25000"/>
                  </a:schemeClr>
                </a:solidFill>
                <a:latin typeface="+mn-lt"/>
                <a:ea typeface="+mn-ea"/>
                <a:cs typeface="+mn-cs"/>
              </a:defRPr>
            </a:lvl3pPr>
            <a:lvl4pPr marL="1076325" indent="-266700" algn="l" defTabSz="914400" rtl="0" eaLnBrk="1" latinLnBrk="0" hangingPunct="1">
              <a:lnSpc>
                <a:spcPct val="90000"/>
              </a:lnSpc>
              <a:spcBef>
                <a:spcPts val="500"/>
              </a:spcBef>
              <a:buClr>
                <a:schemeClr val="accent4"/>
              </a:buClr>
              <a:buFont typeface="Wingdings" panose="05000000000000000000" pitchFamily="2" charset="2"/>
              <a:buChar char="§"/>
              <a:defRPr sz="1600" kern="1200">
                <a:solidFill>
                  <a:schemeClr val="tx1">
                    <a:lumMod val="75000"/>
                    <a:lumOff val="25000"/>
                  </a:schemeClr>
                </a:solidFill>
                <a:latin typeface="+mn-lt"/>
                <a:ea typeface="+mn-ea"/>
                <a:cs typeface="+mn-cs"/>
              </a:defRPr>
            </a:lvl4pPr>
            <a:lvl5pPr marL="1343025" indent="-266700" algn="l" defTabSz="914400" rtl="0" eaLnBrk="1" latinLnBrk="0" hangingPunct="1">
              <a:lnSpc>
                <a:spcPct val="90000"/>
              </a:lnSpc>
              <a:spcBef>
                <a:spcPts val="500"/>
              </a:spcBef>
              <a:buClr>
                <a:schemeClr val="accent4"/>
              </a:buClr>
              <a:buFont typeface="Wingdings" panose="05000000000000000000" pitchFamily="2" charset="2"/>
              <a:buChar char="§"/>
              <a:defRPr sz="16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Wingdings" panose="05000000000000000000" pitchFamily="2" charset="2"/>
              <a:buNone/>
            </a:pPr>
            <a:r>
              <a:rPr lang="en-US" dirty="0"/>
              <a:t>2.) Fair Value Adjustments are necessary </a:t>
            </a:r>
          </a:p>
          <a:p>
            <a:pPr marL="0" indent="0">
              <a:buFont typeface="Wingdings" panose="05000000000000000000" pitchFamily="2" charset="2"/>
              <a:buNone/>
            </a:pPr>
            <a:endParaRPr lang="en-US" dirty="0"/>
          </a:p>
        </p:txBody>
      </p:sp>
      <p:sp>
        <p:nvSpPr>
          <p:cNvPr id="7" name="Text Placeholder 1">
            <a:extLst>
              <a:ext uri="{FF2B5EF4-FFF2-40B4-BE49-F238E27FC236}">
                <a16:creationId xmlns:a16="http://schemas.microsoft.com/office/drawing/2014/main" id="{2C3E8F20-FD99-E140-F414-689674E8133F}"/>
              </a:ext>
            </a:extLst>
          </p:cNvPr>
          <p:cNvSpPr txBox="1">
            <a:spLocks/>
          </p:cNvSpPr>
          <p:nvPr/>
        </p:nvSpPr>
        <p:spPr>
          <a:xfrm>
            <a:off x="660399" y="3140321"/>
            <a:ext cx="9583057" cy="469900"/>
          </a:xfrm>
          <a:prstGeom prst="rect">
            <a:avLst/>
          </a:prstGeom>
        </p:spPr>
        <p:txBody>
          <a:bodyPr/>
          <a:lstStyle>
            <a:lvl1pPr marL="266700" indent="-266700" algn="l" defTabSz="914400" rtl="0" eaLnBrk="1" latinLnBrk="0" hangingPunct="1">
              <a:lnSpc>
                <a:spcPct val="90000"/>
              </a:lnSpc>
              <a:spcBef>
                <a:spcPts val="1000"/>
              </a:spcBef>
              <a:buClr>
                <a:schemeClr val="accent4"/>
              </a:buClr>
              <a:buFont typeface="Wingdings" panose="05000000000000000000" pitchFamily="2" charset="2"/>
              <a:buChar char="§"/>
              <a:defRPr sz="2000" kern="1200">
                <a:solidFill>
                  <a:schemeClr val="tx1">
                    <a:lumMod val="75000"/>
                    <a:lumOff val="25000"/>
                  </a:schemeClr>
                </a:solidFill>
                <a:latin typeface="+mn-lt"/>
                <a:ea typeface="+mn-ea"/>
                <a:cs typeface="+mn-cs"/>
              </a:defRPr>
            </a:lvl1pPr>
            <a:lvl2pPr marL="542925" indent="-276225" algn="l" defTabSz="914400" rtl="0" eaLnBrk="1" latinLnBrk="0" hangingPunct="1">
              <a:lnSpc>
                <a:spcPct val="90000"/>
              </a:lnSpc>
              <a:spcBef>
                <a:spcPts val="500"/>
              </a:spcBef>
              <a:buClr>
                <a:schemeClr val="accent4"/>
              </a:buClr>
              <a:buFont typeface="Wingdings" panose="05000000000000000000" pitchFamily="2" charset="2"/>
              <a:buChar char="§"/>
              <a:defRPr sz="1800" kern="1200">
                <a:solidFill>
                  <a:schemeClr val="tx1">
                    <a:lumMod val="75000"/>
                    <a:lumOff val="25000"/>
                  </a:schemeClr>
                </a:solidFill>
                <a:latin typeface="+mn-lt"/>
                <a:ea typeface="+mn-ea"/>
                <a:cs typeface="+mn-cs"/>
              </a:defRPr>
            </a:lvl2pPr>
            <a:lvl3pPr marL="809625" indent="-266700" algn="l" defTabSz="914400" rtl="0" eaLnBrk="1" latinLnBrk="0" hangingPunct="1">
              <a:lnSpc>
                <a:spcPct val="90000"/>
              </a:lnSpc>
              <a:spcBef>
                <a:spcPts val="500"/>
              </a:spcBef>
              <a:buClr>
                <a:schemeClr val="accent4"/>
              </a:buClr>
              <a:buFont typeface="Wingdings" panose="05000000000000000000" pitchFamily="2" charset="2"/>
              <a:buChar char="§"/>
              <a:defRPr sz="1600" kern="1200">
                <a:solidFill>
                  <a:schemeClr val="tx1">
                    <a:lumMod val="75000"/>
                    <a:lumOff val="25000"/>
                  </a:schemeClr>
                </a:solidFill>
                <a:latin typeface="+mn-lt"/>
                <a:ea typeface="+mn-ea"/>
                <a:cs typeface="+mn-cs"/>
              </a:defRPr>
            </a:lvl3pPr>
            <a:lvl4pPr marL="1076325" indent="-266700" algn="l" defTabSz="914400" rtl="0" eaLnBrk="1" latinLnBrk="0" hangingPunct="1">
              <a:lnSpc>
                <a:spcPct val="90000"/>
              </a:lnSpc>
              <a:spcBef>
                <a:spcPts val="500"/>
              </a:spcBef>
              <a:buClr>
                <a:schemeClr val="accent4"/>
              </a:buClr>
              <a:buFont typeface="Wingdings" panose="05000000000000000000" pitchFamily="2" charset="2"/>
              <a:buChar char="§"/>
              <a:defRPr sz="1600" kern="1200">
                <a:solidFill>
                  <a:schemeClr val="tx1">
                    <a:lumMod val="75000"/>
                    <a:lumOff val="25000"/>
                  </a:schemeClr>
                </a:solidFill>
                <a:latin typeface="+mn-lt"/>
                <a:ea typeface="+mn-ea"/>
                <a:cs typeface="+mn-cs"/>
              </a:defRPr>
            </a:lvl4pPr>
            <a:lvl5pPr marL="1343025" indent="-266700" algn="l" defTabSz="914400" rtl="0" eaLnBrk="1" latinLnBrk="0" hangingPunct="1">
              <a:lnSpc>
                <a:spcPct val="90000"/>
              </a:lnSpc>
              <a:spcBef>
                <a:spcPts val="500"/>
              </a:spcBef>
              <a:buClr>
                <a:schemeClr val="accent4"/>
              </a:buClr>
              <a:buFont typeface="Wingdings" panose="05000000000000000000" pitchFamily="2" charset="2"/>
              <a:buChar char="§"/>
              <a:defRPr sz="16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Wingdings" panose="05000000000000000000" pitchFamily="2" charset="2"/>
              <a:buNone/>
            </a:pPr>
            <a:r>
              <a:rPr lang="en-US" dirty="0"/>
              <a:t>3.) Recognize Subsidiary’s Unrecognized assets /liabilities</a:t>
            </a:r>
          </a:p>
          <a:p>
            <a:pPr marL="0" indent="0">
              <a:buFont typeface="Wingdings" panose="05000000000000000000" pitchFamily="2" charset="2"/>
              <a:buNone/>
            </a:pPr>
            <a:endParaRPr lang="en-US" dirty="0"/>
          </a:p>
        </p:txBody>
      </p:sp>
    </p:spTree>
    <p:extLst>
      <p:ext uri="{BB962C8B-B14F-4D97-AF65-F5344CB8AC3E}">
        <p14:creationId xmlns:p14="http://schemas.microsoft.com/office/powerpoint/2010/main" val="14887857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anim calcmode="lin" valueType="num">
                                      <p:cBhvr>
                                        <p:cTn id="8"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6">
                                            <p:txEl>
                                              <p:pRg st="0" end="0"/>
                                            </p:txEl>
                                          </p:spTgt>
                                        </p:tgtEl>
                                        <p:attrNameLst>
                                          <p:attrName>style.visibility</p:attrName>
                                        </p:attrNameLst>
                                      </p:cBhvr>
                                      <p:to>
                                        <p:strVal val="visible"/>
                                      </p:to>
                                    </p:set>
                                    <p:animEffect transition="in" filter="fade">
                                      <p:cBhvr>
                                        <p:cTn id="14" dur="1000"/>
                                        <p:tgtEl>
                                          <p:spTgt spid="6">
                                            <p:txEl>
                                              <p:pRg st="0" end="0"/>
                                            </p:txEl>
                                          </p:spTgt>
                                        </p:tgtEl>
                                      </p:cBhvr>
                                    </p:animEffect>
                                    <p:anim calcmode="lin" valueType="num">
                                      <p:cBhvr>
                                        <p:cTn id="15"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0" end="0"/>
                                            </p:txEl>
                                          </p:spTgt>
                                        </p:tgtEl>
                                        <p:attrNameLst>
                                          <p:attrName>style.visibility</p:attrName>
                                        </p:attrNameLst>
                                      </p:cBhvr>
                                      <p:to>
                                        <p:strVal val="visible"/>
                                      </p:to>
                                    </p:set>
                                    <p:animEffect transition="in" filter="fade">
                                      <p:cBhvr>
                                        <p:cTn id="21" dur="1000"/>
                                        <p:tgtEl>
                                          <p:spTgt spid="7">
                                            <p:txEl>
                                              <p:pRg st="0" end="0"/>
                                            </p:txEl>
                                          </p:spTgt>
                                        </p:tgtEl>
                                      </p:cBhvr>
                                    </p:animEffect>
                                    <p:anim calcmode="lin" valueType="num">
                                      <p:cBhvr>
                                        <p:cTn id="22"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6" grpId="0" build="p"/>
      <p:bldP spid="7"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AB9101-15FD-9238-B5CF-ADBF767BFB1F}"/>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9AC0FF4F-61BB-3283-42E3-B601DA70A4A5}"/>
              </a:ext>
            </a:extLst>
          </p:cNvPr>
          <p:cNvSpPr>
            <a:spLocks noGrp="1"/>
          </p:cNvSpPr>
          <p:nvPr>
            <p:ph type="body" sz="quarter" idx="12"/>
          </p:nvPr>
        </p:nvSpPr>
        <p:spPr>
          <a:xfrm>
            <a:off x="660399" y="1071864"/>
            <a:ext cx="9583057" cy="469900"/>
          </a:xfrm>
        </p:spPr>
        <p:txBody>
          <a:bodyPr/>
          <a:lstStyle/>
          <a:p>
            <a:pPr marL="0" indent="0">
              <a:buNone/>
            </a:pPr>
            <a:r>
              <a:rPr lang="en-US" b="1" dirty="0"/>
              <a:t>Equity in a Subsidiary NOT ATTRIBUTABLE Directly or Indirectly to a Parent</a:t>
            </a:r>
          </a:p>
        </p:txBody>
      </p:sp>
      <p:sp>
        <p:nvSpPr>
          <p:cNvPr id="4" name="Title 3">
            <a:extLst>
              <a:ext uri="{FF2B5EF4-FFF2-40B4-BE49-F238E27FC236}">
                <a16:creationId xmlns:a16="http://schemas.microsoft.com/office/drawing/2014/main" id="{2C1644EB-173E-ECE2-3AA5-3201431908B3}"/>
              </a:ext>
            </a:extLst>
          </p:cNvPr>
          <p:cNvSpPr>
            <a:spLocks noGrp="1"/>
          </p:cNvSpPr>
          <p:nvPr>
            <p:ph type="title"/>
          </p:nvPr>
        </p:nvSpPr>
        <p:spPr>
          <a:xfrm>
            <a:off x="660400" y="184727"/>
            <a:ext cx="11705771" cy="830997"/>
          </a:xfrm>
        </p:spPr>
        <p:txBody>
          <a:bodyPr/>
          <a:lstStyle/>
          <a:p>
            <a:r>
              <a:rPr lang="en-US" dirty="0"/>
              <a:t>Non Controlling Interest</a:t>
            </a:r>
          </a:p>
        </p:txBody>
      </p:sp>
      <p:pic>
        <p:nvPicPr>
          <p:cNvPr id="5" name="Picture 4" descr="eLearning">
            <a:extLst>
              <a:ext uri="{FF2B5EF4-FFF2-40B4-BE49-F238E27FC236}">
                <a16:creationId xmlns:a16="http://schemas.microsoft.com/office/drawing/2014/main" id="{4F9D9CE7-6627-CB05-91DB-240BA695CDA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3717" y="5578997"/>
            <a:ext cx="2096886" cy="1200439"/>
          </a:xfrm>
          <a:prstGeom prst="rect">
            <a:avLst/>
          </a:prstGeom>
          <a:noFill/>
          <a:extLst>
            <a:ext uri="{909E8E84-426E-40DD-AFC4-6F175D3DCCD1}">
              <a14:hiddenFill xmlns:a14="http://schemas.microsoft.com/office/drawing/2010/main">
                <a:solidFill>
                  <a:srgbClr val="FFFFFF"/>
                </a:solidFill>
              </a14:hiddenFill>
            </a:ext>
          </a:extLst>
        </p:spPr>
      </p:pic>
      <p:sp>
        <p:nvSpPr>
          <p:cNvPr id="6" name="Text Placeholder 1">
            <a:extLst>
              <a:ext uri="{FF2B5EF4-FFF2-40B4-BE49-F238E27FC236}">
                <a16:creationId xmlns:a16="http://schemas.microsoft.com/office/drawing/2014/main" id="{626BF746-04AC-57C7-03D1-6C03C25B4DF3}"/>
              </a:ext>
            </a:extLst>
          </p:cNvPr>
          <p:cNvSpPr txBox="1">
            <a:spLocks/>
          </p:cNvSpPr>
          <p:nvPr/>
        </p:nvSpPr>
        <p:spPr>
          <a:xfrm>
            <a:off x="660399" y="2592511"/>
            <a:ext cx="9583057" cy="469900"/>
          </a:xfrm>
          <a:prstGeom prst="rect">
            <a:avLst/>
          </a:prstGeom>
        </p:spPr>
        <p:txBody>
          <a:bodyPr/>
          <a:lstStyle>
            <a:lvl1pPr marL="266700" indent="-266700" algn="l" defTabSz="914400" rtl="0" eaLnBrk="1" latinLnBrk="0" hangingPunct="1">
              <a:lnSpc>
                <a:spcPct val="90000"/>
              </a:lnSpc>
              <a:spcBef>
                <a:spcPts val="1000"/>
              </a:spcBef>
              <a:buClr>
                <a:schemeClr val="accent4"/>
              </a:buClr>
              <a:buFont typeface="Wingdings" panose="05000000000000000000" pitchFamily="2" charset="2"/>
              <a:buChar char="§"/>
              <a:defRPr sz="2000" kern="1200">
                <a:solidFill>
                  <a:schemeClr val="tx1">
                    <a:lumMod val="75000"/>
                    <a:lumOff val="25000"/>
                  </a:schemeClr>
                </a:solidFill>
                <a:latin typeface="+mn-lt"/>
                <a:ea typeface="+mn-ea"/>
                <a:cs typeface="+mn-cs"/>
              </a:defRPr>
            </a:lvl1pPr>
            <a:lvl2pPr marL="542925" indent="-276225" algn="l" defTabSz="914400" rtl="0" eaLnBrk="1" latinLnBrk="0" hangingPunct="1">
              <a:lnSpc>
                <a:spcPct val="90000"/>
              </a:lnSpc>
              <a:spcBef>
                <a:spcPts val="500"/>
              </a:spcBef>
              <a:buClr>
                <a:schemeClr val="accent4"/>
              </a:buClr>
              <a:buFont typeface="Wingdings" panose="05000000000000000000" pitchFamily="2" charset="2"/>
              <a:buChar char="§"/>
              <a:defRPr sz="1800" kern="1200">
                <a:solidFill>
                  <a:schemeClr val="tx1">
                    <a:lumMod val="75000"/>
                    <a:lumOff val="25000"/>
                  </a:schemeClr>
                </a:solidFill>
                <a:latin typeface="+mn-lt"/>
                <a:ea typeface="+mn-ea"/>
                <a:cs typeface="+mn-cs"/>
              </a:defRPr>
            </a:lvl2pPr>
            <a:lvl3pPr marL="809625" indent="-266700" algn="l" defTabSz="914400" rtl="0" eaLnBrk="1" latinLnBrk="0" hangingPunct="1">
              <a:lnSpc>
                <a:spcPct val="90000"/>
              </a:lnSpc>
              <a:spcBef>
                <a:spcPts val="500"/>
              </a:spcBef>
              <a:buClr>
                <a:schemeClr val="accent4"/>
              </a:buClr>
              <a:buFont typeface="Wingdings" panose="05000000000000000000" pitchFamily="2" charset="2"/>
              <a:buChar char="§"/>
              <a:defRPr sz="1600" kern="1200">
                <a:solidFill>
                  <a:schemeClr val="tx1">
                    <a:lumMod val="75000"/>
                    <a:lumOff val="25000"/>
                  </a:schemeClr>
                </a:solidFill>
                <a:latin typeface="+mn-lt"/>
                <a:ea typeface="+mn-ea"/>
                <a:cs typeface="+mn-cs"/>
              </a:defRPr>
            </a:lvl3pPr>
            <a:lvl4pPr marL="1076325" indent="-266700" algn="l" defTabSz="914400" rtl="0" eaLnBrk="1" latinLnBrk="0" hangingPunct="1">
              <a:lnSpc>
                <a:spcPct val="90000"/>
              </a:lnSpc>
              <a:spcBef>
                <a:spcPts val="500"/>
              </a:spcBef>
              <a:buClr>
                <a:schemeClr val="accent4"/>
              </a:buClr>
              <a:buFont typeface="Wingdings" panose="05000000000000000000" pitchFamily="2" charset="2"/>
              <a:buChar char="§"/>
              <a:defRPr sz="1600" kern="1200">
                <a:solidFill>
                  <a:schemeClr val="tx1">
                    <a:lumMod val="75000"/>
                    <a:lumOff val="25000"/>
                  </a:schemeClr>
                </a:solidFill>
                <a:latin typeface="+mn-lt"/>
                <a:ea typeface="+mn-ea"/>
                <a:cs typeface="+mn-cs"/>
              </a:defRPr>
            </a:lvl4pPr>
            <a:lvl5pPr marL="1343025" indent="-266700" algn="l" defTabSz="914400" rtl="0" eaLnBrk="1" latinLnBrk="0" hangingPunct="1">
              <a:lnSpc>
                <a:spcPct val="90000"/>
              </a:lnSpc>
              <a:spcBef>
                <a:spcPts val="500"/>
              </a:spcBef>
              <a:buClr>
                <a:schemeClr val="accent4"/>
              </a:buClr>
              <a:buFont typeface="Wingdings" panose="05000000000000000000" pitchFamily="2" charset="2"/>
              <a:buChar char="§"/>
              <a:defRPr sz="16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Wingdings" panose="05000000000000000000" pitchFamily="2" charset="2"/>
              <a:buNone/>
            </a:pPr>
            <a:endParaRPr lang="en-US" dirty="0"/>
          </a:p>
        </p:txBody>
      </p:sp>
      <p:sp>
        <p:nvSpPr>
          <p:cNvPr id="7" name="Text Placeholder 1">
            <a:extLst>
              <a:ext uri="{FF2B5EF4-FFF2-40B4-BE49-F238E27FC236}">
                <a16:creationId xmlns:a16="http://schemas.microsoft.com/office/drawing/2014/main" id="{8D92EF19-6162-5921-C36D-AA034BFF6B5B}"/>
              </a:ext>
            </a:extLst>
          </p:cNvPr>
          <p:cNvSpPr txBox="1">
            <a:spLocks/>
          </p:cNvSpPr>
          <p:nvPr/>
        </p:nvSpPr>
        <p:spPr>
          <a:xfrm>
            <a:off x="660399" y="3140321"/>
            <a:ext cx="9583057" cy="469900"/>
          </a:xfrm>
          <a:prstGeom prst="rect">
            <a:avLst/>
          </a:prstGeom>
        </p:spPr>
        <p:txBody>
          <a:bodyPr/>
          <a:lstStyle>
            <a:lvl1pPr marL="266700" indent="-266700" algn="l" defTabSz="914400" rtl="0" eaLnBrk="1" latinLnBrk="0" hangingPunct="1">
              <a:lnSpc>
                <a:spcPct val="90000"/>
              </a:lnSpc>
              <a:spcBef>
                <a:spcPts val="1000"/>
              </a:spcBef>
              <a:buClr>
                <a:schemeClr val="accent4"/>
              </a:buClr>
              <a:buFont typeface="Wingdings" panose="05000000000000000000" pitchFamily="2" charset="2"/>
              <a:buChar char="§"/>
              <a:defRPr sz="2000" kern="1200">
                <a:solidFill>
                  <a:schemeClr val="tx1">
                    <a:lumMod val="75000"/>
                    <a:lumOff val="25000"/>
                  </a:schemeClr>
                </a:solidFill>
                <a:latin typeface="+mn-lt"/>
                <a:ea typeface="+mn-ea"/>
                <a:cs typeface="+mn-cs"/>
              </a:defRPr>
            </a:lvl1pPr>
            <a:lvl2pPr marL="542925" indent="-276225" algn="l" defTabSz="914400" rtl="0" eaLnBrk="1" latinLnBrk="0" hangingPunct="1">
              <a:lnSpc>
                <a:spcPct val="90000"/>
              </a:lnSpc>
              <a:spcBef>
                <a:spcPts val="500"/>
              </a:spcBef>
              <a:buClr>
                <a:schemeClr val="accent4"/>
              </a:buClr>
              <a:buFont typeface="Wingdings" panose="05000000000000000000" pitchFamily="2" charset="2"/>
              <a:buChar char="§"/>
              <a:defRPr sz="1800" kern="1200">
                <a:solidFill>
                  <a:schemeClr val="tx1">
                    <a:lumMod val="75000"/>
                    <a:lumOff val="25000"/>
                  </a:schemeClr>
                </a:solidFill>
                <a:latin typeface="+mn-lt"/>
                <a:ea typeface="+mn-ea"/>
                <a:cs typeface="+mn-cs"/>
              </a:defRPr>
            </a:lvl2pPr>
            <a:lvl3pPr marL="809625" indent="-266700" algn="l" defTabSz="914400" rtl="0" eaLnBrk="1" latinLnBrk="0" hangingPunct="1">
              <a:lnSpc>
                <a:spcPct val="90000"/>
              </a:lnSpc>
              <a:spcBef>
                <a:spcPts val="500"/>
              </a:spcBef>
              <a:buClr>
                <a:schemeClr val="accent4"/>
              </a:buClr>
              <a:buFont typeface="Wingdings" panose="05000000000000000000" pitchFamily="2" charset="2"/>
              <a:buChar char="§"/>
              <a:defRPr sz="1600" kern="1200">
                <a:solidFill>
                  <a:schemeClr val="tx1">
                    <a:lumMod val="75000"/>
                    <a:lumOff val="25000"/>
                  </a:schemeClr>
                </a:solidFill>
                <a:latin typeface="+mn-lt"/>
                <a:ea typeface="+mn-ea"/>
                <a:cs typeface="+mn-cs"/>
              </a:defRPr>
            </a:lvl3pPr>
            <a:lvl4pPr marL="1076325" indent="-266700" algn="l" defTabSz="914400" rtl="0" eaLnBrk="1" latinLnBrk="0" hangingPunct="1">
              <a:lnSpc>
                <a:spcPct val="90000"/>
              </a:lnSpc>
              <a:spcBef>
                <a:spcPts val="500"/>
              </a:spcBef>
              <a:buClr>
                <a:schemeClr val="accent4"/>
              </a:buClr>
              <a:buFont typeface="Wingdings" panose="05000000000000000000" pitchFamily="2" charset="2"/>
              <a:buChar char="§"/>
              <a:defRPr sz="1600" kern="1200">
                <a:solidFill>
                  <a:schemeClr val="tx1">
                    <a:lumMod val="75000"/>
                    <a:lumOff val="25000"/>
                  </a:schemeClr>
                </a:solidFill>
                <a:latin typeface="+mn-lt"/>
                <a:ea typeface="+mn-ea"/>
                <a:cs typeface="+mn-cs"/>
              </a:defRPr>
            </a:lvl4pPr>
            <a:lvl5pPr marL="1343025" indent="-266700" algn="l" defTabSz="914400" rtl="0" eaLnBrk="1" latinLnBrk="0" hangingPunct="1">
              <a:lnSpc>
                <a:spcPct val="90000"/>
              </a:lnSpc>
              <a:spcBef>
                <a:spcPts val="500"/>
              </a:spcBef>
              <a:buClr>
                <a:schemeClr val="accent4"/>
              </a:buClr>
              <a:buFont typeface="Wingdings" panose="05000000000000000000" pitchFamily="2" charset="2"/>
              <a:buChar char="§"/>
              <a:defRPr sz="16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Wingdings" panose="05000000000000000000" pitchFamily="2" charset="2"/>
              <a:buNone/>
            </a:pPr>
            <a:endParaRPr lang="en-US" dirty="0"/>
          </a:p>
        </p:txBody>
      </p:sp>
      <p:pic>
        <p:nvPicPr>
          <p:cNvPr id="2050" name="Picture 2" descr="Jollibee - Wikipedia">
            <a:extLst>
              <a:ext uri="{FF2B5EF4-FFF2-40B4-BE49-F238E27FC236}">
                <a16:creationId xmlns:a16="http://schemas.microsoft.com/office/drawing/2014/main" id="{269FEF63-A748-2CFD-45EA-58C10513975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5015" y="2145098"/>
            <a:ext cx="1494290" cy="1465123"/>
          </a:xfrm>
          <a:prstGeom prst="rect">
            <a:avLst/>
          </a:prstGeom>
          <a:noFill/>
          <a:extLst>
            <a:ext uri="{909E8E84-426E-40DD-AFC4-6F175D3DCCD1}">
              <a14:hiddenFill xmlns:a14="http://schemas.microsoft.com/office/drawing/2010/main">
                <a:solidFill>
                  <a:srgbClr val="FFFFFF"/>
                </a:solidFill>
              </a14:hiddenFill>
            </a:ext>
          </a:extLst>
        </p:spPr>
      </p:pic>
      <p:cxnSp>
        <p:nvCxnSpPr>
          <p:cNvPr id="8" name="Straight Arrow Connector 7">
            <a:extLst>
              <a:ext uri="{FF2B5EF4-FFF2-40B4-BE49-F238E27FC236}">
                <a16:creationId xmlns:a16="http://schemas.microsoft.com/office/drawing/2014/main" id="{B8AA2008-C27F-6DE5-BFA2-22DC963BECF2}"/>
              </a:ext>
            </a:extLst>
          </p:cNvPr>
          <p:cNvCxnSpPr>
            <a:cxnSpLocks/>
            <a:stCxn id="2050" idx="3"/>
          </p:cNvCxnSpPr>
          <p:nvPr/>
        </p:nvCxnSpPr>
        <p:spPr>
          <a:xfrm>
            <a:off x="2349305" y="2877660"/>
            <a:ext cx="1504238"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1" name="AutoShape 4" descr="Chowking - Wikipedia">
            <a:extLst>
              <a:ext uri="{FF2B5EF4-FFF2-40B4-BE49-F238E27FC236}">
                <a16:creationId xmlns:a16="http://schemas.microsoft.com/office/drawing/2014/main" id="{BD1EF014-6FB8-F304-2C60-DE3F74F0D134}"/>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4" name="Picture 13">
            <a:extLst>
              <a:ext uri="{FF2B5EF4-FFF2-40B4-BE49-F238E27FC236}">
                <a16:creationId xmlns:a16="http://schemas.microsoft.com/office/drawing/2014/main" id="{694C8F25-60B9-7BF5-A2B7-3A62A0C639D3}"/>
              </a:ext>
            </a:extLst>
          </p:cNvPr>
          <p:cNvPicPr>
            <a:picLocks noChangeAspect="1"/>
          </p:cNvPicPr>
          <p:nvPr/>
        </p:nvPicPr>
        <p:blipFill>
          <a:blip r:embed="rId4"/>
          <a:stretch>
            <a:fillRect/>
          </a:stretch>
        </p:blipFill>
        <p:spPr>
          <a:xfrm>
            <a:off x="3935187" y="2145098"/>
            <a:ext cx="1314676" cy="1496776"/>
          </a:xfrm>
          <a:prstGeom prst="rect">
            <a:avLst/>
          </a:prstGeom>
        </p:spPr>
      </p:pic>
      <p:sp>
        <p:nvSpPr>
          <p:cNvPr id="15" name="TextBox 14">
            <a:extLst>
              <a:ext uri="{FF2B5EF4-FFF2-40B4-BE49-F238E27FC236}">
                <a16:creationId xmlns:a16="http://schemas.microsoft.com/office/drawing/2014/main" id="{D0009CB1-F629-F889-215D-7A01A8CE524D}"/>
              </a:ext>
            </a:extLst>
          </p:cNvPr>
          <p:cNvSpPr txBox="1"/>
          <p:nvPr/>
        </p:nvSpPr>
        <p:spPr>
          <a:xfrm>
            <a:off x="2603631" y="2416038"/>
            <a:ext cx="1275638" cy="369332"/>
          </a:xfrm>
          <a:prstGeom prst="rect">
            <a:avLst/>
          </a:prstGeom>
          <a:noFill/>
        </p:spPr>
        <p:txBody>
          <a:bodyPr wrap="square" rtlCol="0">
            <a:spAutoFit/>
          </a:bodyPr>
          <a:lstStyle/>
          <a:p>
            <a:r>
              <a:rPr lang="en-US" b="1" dirty="0"/>
              <a:t>100%</a:t>
            </a:r>
          </a:p>
        </p:txBody>
      </p:sp>
      <p:sp>
        <p:nvSpPr>
          <p:cNvPr id="17" name="TextBox 16">
            <a:extLst>
              <a:ext uri="{FF2B5EF4-FFF2-40B4-BE49-F238E27FC236}">
                <a16:creationId xmlns:a16="http://schemas.microsoft.com/office/drawing/2014/main" id="{E2F80E1A-5576-257D-FC48-AB2CDD11AB57}"/>
              </a:ext>
            </a:extLst>
          </p:cNvPr>
          <p:cNvSpPr txBox="1"/>
          <p:nvPr/>
        </p:nvSpPr>
        <p:spPr>
          <a:xfrm>
            <a:off x="-76198" y="3927023"/>
            <a:ext cx="6183084" cy="646331"/>
          </a:xfrm>
          <a:prstGeom prst="rect">
            <a:avLst/>
          </a:prstGeom>
          <a:noFill/>
        </p:spPr>
        <p:txBody>
          <a:bodyPr wrap="square">
            <a:spAutoFit/>
          </a:bodyPr>
          <a:lstStyle/>
          <a:p>
            <a:pPr algn="ctr"/>
            <a:r>
              <a:rPr lang="en-US" b="1" dirty="0"/>
              <a:t>NCI = 0 </a:t>
            </a:r>
            <a:br>
              <a:rPr lang="en-US" b="1" dirty="0"/>
            </a:br>
            <a:r>
              <a:rPr lang="en-US" b="1" dirty="0"/>
              <a:t>(100% -100%)</a:t>
            </a:r>
          </a:p>
        </p:txBody>
      </p:sp>
      <p:pic>
        <p:nvPicPr>
          <p:cNvPr id="18" name="Picture 2" descr="Jollibee - Wikipedia">
            <a:extLst>
              <a:ext uri="{FF2B5EF4-FFF2-40B4-BE49-F238E27FC236}">
                <a16:creationId xmlns:a16="http://schemas.microsoft.com/office/drawing/2014/main" id="{8956A685-26AE-C3CA-677D-F586F6AA3B1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52369" y="2052808"/>
            <a:ext cx="1494290" cy="1465123"/>
          </a:xfrm>
          <a:prstGeom prst="rect">
            <a:avLst/>
          </a:prstGeom>
          <a:noFill/>
          <a:extLst>
            <a:ext uri="{909E8E84-426E-40DD-AFC4-6F175D3DCCD1}">
              <a14:hiddenFill xmlns:a14="http://schemas.microsoft.com/office/drawing/2010/main">
                <a:solidFill>
                  <a:srgbClr val="FFFFFF"/>
                </a:solidFill>
              </a14:hiddenFill>
            </a:ext>
          </a:extLst>
        </p:spPr>
      </p:pic>
      <p:cxnSp>
        <p:nvCxnSpPr>
          <p:cNvPr id="19" name="Straight Arrow Connector 18">
            <a:extLst>
              <a:ext uri="{FF2B5EF4-FFF2-40B4-BE49-F238E27FC236}">
                <a16:creationId xmlns:a16="http://schemas.microsoft.com/office/drawing/2014/main" id="{D110B050-43DB-98B1-4139-3B507B56DAC8}"/>
              </a:ext>
            </a:extLst>
          </p:cNvPr>
          <p:cNvCxnSpPr>
            <a:cxnSpLocks/>
          </p:cNvCxnSpPr>
          <p:nvPr/>
        </p:nvCxnSpPr>
        <p:spPr>
          <a:xfrm>
            <a:off x="7890133" y="2827461"/>
            <a:ext cx="1504238"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pic>
        <p:nvPicPr>
          <p:cNvPr id="21" name="Picture 20">
            <a:extLst>
              <a:ext uri="{FF2B5EF4-FFF2-40B4-BE49-F238E27FC236}">
                <a16:creationId xmlns:a16="http://schemas.microsoft.com/office/drawing/2014/main" id="{69A8662E-77F7-DE85-A33B-5ED360D810FE}"/>
              </a:ext>
            </a:extLst>
          </p:cNvPr>
          <p:cNvPicPr>
            <a:picLocks noChangeAspect="1"/>
          </p:cNvPicPr>
          <p:nvPr/>
        </p:nvPicPr>
        <p:blipFill>
          <a:blip r:embed="rId5"/>
          <a:stretch>
            <a:fillRect/>
          </a:stretch>
        </p:blipFill>
        <p:spPr>
          <a:xfrm>
            <a:off x="9478847" y="2186614"/>
            <a:ext cx="2222956" cy="1477031"/>
          </a:xfrm>
          <a:prstGeom prst="rect">
            <a:avLst/>
          </a:prstGeom>
        </p:spPr>
      </p:pic>
      <p:sp>
        <p:nvSpPr>
          <p:cNvPr id="23" name="TextBox 22">
            <a:extLst>
              <a:ext uri="{FF2B5EF4-FFF2-40B4-BE49-F238E27FC236}">
                <a16:creationId xmlns:a16="http://schemas.microsoft.com/office/drawing/2014/main" id="{6C829C1A-AF45-78EC-4ED6-020C360A8BE3}"/>
              </a:ext>
            </a:extLst>
          </p:cNvPr>
          <p:cNvSpPr txBox="1"/>
          <p:nvPr/>
        </p:nvSpPr>
        <p:spPr>
          <a:xfrm>
            <a:off x="8313965" y="2376383"/>
            <a:ext cx="6221184" cy="369332"/>
          </a:xfrm>
          <a:prstGeom prst="rect">
            <a:avLst/>
          </a:prstGeom>
          <a:noFill/>
        </p:spPr>
        <p:txBody>
          <a:bodyPr wrap="square">
            <a:spAutoFit/>
          </a:bodyPr>
          <a:lstStyle/>
          <a:p>
            <a:r>
              <a:rPr lang="en-US" b="1" dirty="0"/>
              <a:t>70%</a:t>
            </a:r>
          </a:p>
        </p:txBody>
      </p:sp>
      <p:sp>
        <p:nvSpPr>
          <p:cNvPr id="25" name="TextBox 24">
            <a:extLst>
              <a:ext uri="{FF2B5EF4-FFF2-40B4-BE49-F238E27FC236}">
                <a16:creationId xmlns:a16="http://schemas.microsoft.com/office/drawing/2014/main" id="{E43665D6-DD77-3079-02F9-210BDCA6E11F}"/>
              </a:ext>
            </a:extLst>
          </p:cNvPr>
          <p:cNvSpPr txBox="1"/>
          <p:nvPr/>
        </p:nvSpPr>
        <p:spPr>
          <a:xfrm>
            <a:off x="4887686" y="3915938"/>
            <a:ext cx="7304314" cy="646331"/>
          </a:xfrm>
          <a:prstGeom prst="rect">
            <a:avLst/>
          </a:prstGeom>
          <a:noFill/>
        </p:spPr>
        <p:txBody>
          <a:bodyPr wrap="square">
            <a:spAutoFit/>
          </a:bodyPr>
          <a:lstStyle/>
          <a:p>
            <a:pPr algn="ctr"/>
            <a:r>
              <a:rPr lang="en-US" b="1" dirty="0"/>
              <a:t>NCI = 30% </a:t>
            </a:r>
            <a:br>
              <a:rPr lang="en-US" b="1" dirty="0"/>
            </a:br>
            <a:r>
              <a:rPr lang="en-US" b="1" dirty="0"/>
              <a:t>(100% -70%)</a:t>
            </a:r>
          </a:p>
        </p:txBody>
      </p:sp>
      <p:cxnSp>
        <p:nvCxnSpPr>
          <p:cNvPr id="27" name="Straight Arrow Connector 26">
            <a:extLst>
              <a:ext uri="{FF2B5EF4-FFF2-40B4-BE49-F238E27FC236}">
                <a16:creationId xmlns:a16="http://schemas.microsoft.com/office/drawing/2014/main" id="{D93AA7DF-C6E5-F340-8CE5-E87E5D05756F}"/>
              </a:ext>
            </a:extLst>
          </p:cNvPr>
          <p:cNvCxnSpPr>
            <a:cxnSpLocks/>
            <a:stCxn id="25" idx="2"/>
            <a:endCxn id="30" idx="0"/>
          </p:cNvCxnSpPr>
          <p:nvPr/>
        </p:nvCxnSpPr>
        <p:spPr>
          <a:xfrm flipH="1">
            <a:off x="5249863" y="4562269"/>
            <a:ext cx="3289980" cy="63308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30" name="TextBox 29">
            <a:extLst>
              <a:ext uri="{FF2B5EF4-FFF2-40B4-BE49-F238E27FC236}">
                <a16:creationId xmlns:a16="http://schemas.microsoft.com/office/drawing/2014/main" id="{592B4740-223B-2B3E-128B-E489910A7236}"/>
              </a:ext>
            </a:extLst>
          </p:cNvPr>
          <p:cNvSpPr txBox="1"/>
          <p:nvPr/>
        </p:nvSpPr>
        <p:spPr>
          <a:xfrm>
            <a:off x="1597706" y="5195349"/>
            <a:ext cx="7304314" cy="923330"/>
          </a:xfrm>
          <a:prstGeom prst="rect">
            <a:avLst/>
          </a:prstGeom>
          <a:noFill/>
        </p:spPr>
        <p:txBody>
          <a:bodyPr wrap="square">
            <a:spAutoFit/>
          </a:bodyPr>
          <a:lstStyle/>
          <a:p>
            <a:pPr algn="ctr"/>
            <a:r>
              <a:rPr lang="en-US" b="1" dirty="0"/>
              <a:t>Method 1:</a:t>
            </a:r>
            <a:br>
              <a:rPr lang="en-US" b="1" dirty="0"/>
            </a:br>
            <a:r>
              <a:rPr lang="en-US" b="1" dirty="0"/>
              <a:t>Proportionate Method </a:t>
            </a:r>
            <a:br>
              <a:rPr lang="en-US" b="1" dirty="0"/>
            </a:br>
            <a:r>
              <a:rPr lang="en-US" b="1" dirty="0"/>
              <a:t>NCI has no Good will</a:t>
            </a:r>
          </a:p>
        </p:txBody>
      </p:sp>
      <p:cxnSp>
        <p:nvCxnSpPr>
          <p:cNvPr id="31" name="Straight Arrow Connector 30">
            <a:extLst>
              <a:ext uri="{FF2B5EF4-FFF2-40B4-BE49-F238E27FC236}">
                <a16:creationId xmlns:a16="http://schemas.microsoft.com/office/drawing/2014/main" id="{A9D6354C-20F9-D72E-38BA-918CEC1BCAD8}"/>
              </a:ext>
            </a:extLst>
          </p:cNvPr>
          <p:cNvCxnSpPr>
            <a:cxnSpLocks/>
          </p:cNvCxnSpPr>
          <p:nvPr/>
        </p:nvCxnSpPr>
        <p:spPr>
          <a:xfrm flipH="1">
            <a:off x="7771891" y="4573354"/>
            <a:ext cx="757915" cy="61091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37" name="TextBox 36">
            <a:extLst>
              <a:ext uri="{FF2B5EF4-FFF2-40B4-BE49-F238E27FC236}">
                <a16:creationId xmlns:a16="http://schemas.microsoft.com/office/drawing/2014/main" id="{49FE6B62-49C0-28C0-0CAF-48D19CCFB403}"/>
              </a:ext>
            </a:extLst>
          </p:cNvPr>
          <p:cNvSpPr txBox="1"/>
          <p:nvPr/>
        </p:nvSpPr>
        <p:spPr>
          <a:xfrm>
            <a:off x="5450004" y="5176640"/>
            <a:ext cx="4880257" cy="923330"/>
          </a:xfrm>
          <a:prstGeom prst="rect">
            <a:avLst/>
          </a:prstGeom>
          <a:noFill/>
        </p:spPr>
        <p:txBody>
          <a:bodyPr wrap="square">
            <a:spAutoFit/>
          </a:bodyPr>
          <a:lstStyle/>
          <a:p>
            <a:pPr algn="ctr"/>
            <a:r>
              <a:rPr lang="en-US" b="1" dirty="0"/>
              <a:t>Method 2:</a:t>
            </a:r>
            <a:br>
              <a:rPr lang="en-US" b="1" dirty="0"/>
            </a:br>
            <a:r>
              <a:rPr lang="en-US" b="1" dirty="0"/>
              <a:t>FULL Goodwill Approach</a:t>
            </a:r>
            <a:br>
              <a:rPr lang="en-US" b="1" dirty="0"/>
            </a:br>
            <a:r>
              <a:rPr lang="en-US" b="1" dirty="0"/>
              <a:t>NCI HAS SHARE IN GW</a:t>
            </a:r>
          </a:p>
        </p:txBody>
      </p:sp>
    </p:spTree>
    <p:extLst>
      <p:ext uri="{BB962C8B-B14F-4D97-AF65-F5344CB8AC3E}">
        <p14:creationId xmlns:p14="http://schemas.microsoft.com/office/powerpoint/2010/main" val="27161770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anim calcmode="lin" valueType="num">
                                      <p:cBhvr>
                                        <p:cTn id="8"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2050"/>
                                        </p:tgtEl>
                                        <p:attrNameLst>
                                          <p:attrName>style.visibility</p:attrName>
                                        </p:attrNameLst>
                                      </p:cBhvr>
                                      <p:to>
                                        <p:strVal val="visible"/>
                                      </p:to>
                                    </p:set>
                                    <p:anim calcmode="lin" valueType="num">
                                      <p:cBhvr additive="base">
                                        <p:cTn id="21" dur="500" fill="hold"/>
                                        <p:tgtEl>
                                          <p:spTgt spid="2050"/>
                                        </p:tgtEl>
                                        <p:attrNameLst>
                                          <p:attrName>ppt_x</p:attrName>
                                        </p:attrNameLst>
                                      </p:cBhvr>
                                      <p:tavLst>
                                        <p:tav tm="0">
                                          <p:val>
                                            <p:strVal val="#ppt_x"/>
                                          </p:val>
                                        </p:tav>
                                        <p:tav tm="100000">
                                          <p:val>
                                            <p:strVal val="#ppt_x"/>
                                          </p:val>
                                        </p:tav>
                                      </p:tavLst>
                                    </p:anim>
                                    <p:anim calcmode="lin" valueType="num">
                                      <p:cBhvr additive="base">
                                        <p:cTn id="22" dur="500" fill="hold"/>
                                        <p:tgtEl>
                                          <p:spTgt spid="2050"/>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 calcmode="lin" valueType="num">
                                      <p:cBhvr additive="base">
                                        <p:cTn id="27" dur="500" fill="hold"/>
                                        <p:tgtEl>
                                          <p:spTgt spid="8"/>
                                        </p:tgtEl>
                                        <p:attrNameLst>
                                          <p:attrName>ppt_x</p:attrName>
                                        </p:attrNameLst>
                                      </p:cBhvr>
                                      <p:tavLst>
                                        <p:tav tm="0">
                                          <p:val>
                                            <p:strVal val="#ppt_x"/>
                                          </p:val>
                                        </p:tav>
                                        <p:tav tm="100000">
                                          <p:val>
                                            <p:strVal val="#ppt_x"/>
                                          </p:val>
                                        </p:tav>
                                      </p:tavLst>
                                    </p:anim>
                                    <p:anim calcmode="lin" valueType="num">
                                      <p:cBhvr additive="base">
                                        <p:cTn id="2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14"/>
                                        </p:tgtEl>
                                        <p:attrNameLst>
                                          <p:attrName>style.visibility</p:attrName>
                                        </p:attrNameLst>
                                      </p:cBhvr>
                                      <p:to>
                                        <p:strVal val="visible"/>
                                      </p:to>
                                    </p:set>
                                    <p:anim calcmode="lin" valueType="num">
                                      <p:cBhvr additive="base">
                                        <p:cTn id="33" dur="500" fill="hold"/>
                                        <p:tgtEl>
                                          <p:spTgt spid="14"/>
                                        </p:tgtEl>
                                        <p:attrNameLst>
                                          <p:attrName>ppt_x</p:attrName>
                                        </p:attrNameLst>
                                      </p:cBhvr>
                                      <p:tavLst>
                                        <p:tav tm="0">
                                          <p:val>
                                            <p:strVal val="#ppt_x"/>
                                          </p:val>
                                        </p:tav>
                                        <p:tav tm="100000">
                                          <p:val>
                                            <p:strVal val="#ppt_x"/>
                                          </p:val>
                                        </p:tav>
                                      </p:tavLst>
                                    </p:anim>
                                    <p:anim calcmode="lin" valueType="num">
                                      <p:cBhvr additive="base">
                                        <p:cTn id="34"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15"/>
                                        </p:tgtEl>
                                        <p:attrNameLst>
                                          <p:attrName>style.visibility</p:attrName>
                                        </p:attrNameLst>
                                      </p:cBhvr>
                                      <p:to>
                                        <p:strVal val="visible"/>
                                      </p:to>
                                    </p:set>
                                    <p:anim calcmode="lin" valueType="num">
                                      <p:cBhvr additive="base">
                                        <p:cTn id="39" dur="500" fill="hold"/>
                                        <p:tgtEl>
                                          <p:spTgt spid="15"/>
                                        </p:tgtEl>
                                        <p:attrNameLst>
                                          <p:attrName>ppt_x</p:attrName>
                                        </p:attrNameLst>
                                      </p:cBhvr>
                                      <p:tavLst>
                                        <p:tav tm="0">
                                          <p:val>
                                            <p:strVal val="#ppt_x"/>
                                          </p:val>
                                        </p:tav>
                                        <p:tav tm="100000">
                                          <p:val>
                                            <p:strVal val="#ppt_x"/>
                                          </p:val>
                                        </p:tav>
                                      </p:tavLst>
                                    </p:anim>
                                    <p:anim calcmode="lin" valueType="num">
                                      <p:cBhvr additive="base">
                                        <p:cTn id="40"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grpId="0" nodeType="clickEffect">
                                  <p:stCondLst>
                                    <p:cond delay="0"/>
                                  </p:stCondLst>
                                  <p:childTnLst>
                                    <p:set>
                                      <p:cBhvr>
                                        <p:cTn id="44" dur="1" fill="hold">
                                          <p:stCondLst>
                                            <p:cond delay="0"/>
                                          </p:stCondLst>
                                        </p:cTn>
                                        <p:tgtEl>
                                          <p:spTgt spid="17"/>
                                        </p:tgtEl>
                                        <p:attrNameLst>
                                          <p:attrName>style.visibility</p:attrName>
                                        </p:attrNameLst>
                                      </p:cBhvr>
                                      <p:to>
                                        <p:strVal val="visible"/>
                                      </p:to>
                                    </p:set>
                                    <p:anim calcmode="lin" valueType="num">
                                      <p:cBhvr additive="base">
                                        <p:cTn id="45" dur="500" fill="hold"/>
                                        <p:tgtEl>
                                          <p:spTgt spid="17"/>
                                        </p:tgtEl>
                                        <p:attrNameLst>
                                          <p:attrName>ppt_x</p:attrName>
                                        </p:attrNameLst>
                                      </p:cBhvr>
                                      <p:tavLst>
                                        <p:tav tm="0">
                                          <p:val>
                                            <p:strVal val="#ppt_x"/>
                                          </p:val>
                                        </p:tav>
                                        <p:tav tm="100000">
                                          <p:val>
                                            <p:strVal val="#ppt_x"/>
                                          </p:val>
                                        </p:tav>
                                      </p:tavLst>
                                    </p:anim>
                                    <p:anim calcmode="lin" valueType="num">
                                      <p:cBhvr additive="base">
                                        <p:cTn id="46"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nodeType="clickEffect">
                                  <p:stCondLst>
                                    <p:cond delay="0"/>
                                  </p:stCondLst>
                                  <p:childTnLst>
                                    <p:set>
                                      <p:cBhvr>
                                        <p:cTn id="50" dur="1" fill="hold">
                                          <p:stCondLst>
                                            <p:cond delay="0"/>
                                          </p:stCondLst>
                                        </p:cTn>
                                        <p:tgtEl>
                                          <p:spTgt spid="18"/>
                                        </p:tgtEl>
                                        <p:attrNameLst>
                                          <p:attrName>style.visibility</p:attrName>
                                        </p:attrNameLst>
                                      </p:cBhvr>
                                      <p:to>
                                        <p:strVal val="visible"/>
                                      </p:to>
                                    </p:set>
                                    <p:anim calcmode="lin" valueType="num">
                                      <p:cBhvr additive="base">
                                        <p:cTn id="51" dur="500" fill="hold"/>
                                        <p:tgtEl>
                                          <p:spTgt spid="18"/>
                                        </p:tgtEl>
                                        <p:attrNameLst>
                                          <p:attrName>ppt_x</p:attrName>
                                        </p:attrNameLst>
                                      </p:cBhvr>
                                      <p:tavLst>
                                        <p:tav tm="0">
                                          <p:val>
                                            <p:strVal val="#ppt_x"/>
                                          </p:val>
                                        </p:tav>
                                        <p:tav tm="100000">
                                          <p:val>
                                            <p:strVal val="#ppt_x"/>
                                          </p:val>
                                        </p:tav>
                                      </p:tavLst>
                                    </p:anim>
                                    <p:anim calcmode="lin" valueType="num">
                                      <p:cBhvr additive="base">
                                        <p:cTn id="52"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nodeType="clickEffect">
                                  <p:stCondLst>
                                    <p:cond delay="0"/>
                                  </p:stCondLst>
                                  <p:childTnLst>
                                    <p:set>
                                      <p:cBhvr>
                                        <p:cTn id="56" dur="1" fill="hold">
                                          <p:stCondLst>
                                            <p:cond delay="0"/>
                                          </p:stCondLst>
                                        </p:cTn>
                                        <p:tgtEl>
                                          <p:spTgt spid="19"/>
                                        </p:tgtEl>
                                        <p:attrNameLst>
                                          <p:attrName>style.visibility</p:attrName>
                                        </p:attrNameLst>
                                      </p:cBhvr>
                                      <p:to>
                                        <p:strVal val="visible"/>
                                      </p:to>
                                    </p:set>
                                    <p:anim calcmode="lin" valueType="num">
                                      <p:cBhvr additive="base">
                                        <p:cTn id="57" dur="500" fill="hold"/>
                                        <p:tgtEl>
                                          <p:spTgt spid="19"/>
                                        </p:tgtEl>
                                        <p:attrNameLst>
                                          <p:attrName>ppt_x</p:attrName>
                                        </p:attrNameLst>
                                      </p:cBhvr>
                                      <p:tavLst>
                                        <p:tav tm="0">
                                          <p:val>
                                            <p:strVal val="#ppt_x"/>
                                          </p:val>
                                        </p:tav>
                                        <p:tav tm="100000">
                                          <p:val>
                                            <p:strVal val="#ppt_x"/>
                                          </p:val>
                                        </p:tav>
                                      </p:tavLst>
                                    </p:anim>
                                    <p:anim calcmode="lin" valueType="num">
                                      <p:cBhvr additive="base">
                                        <p:cTn id="58"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2" presetClass="entr" presetSubtype="4" fill="hold" nodeType="clickEffect">
                                  <p:stCondLst>
                                    <p:cond delay="0"/>
                                  </p:stCondLst>
                                  <p:childTnLst>
                                    <p:set>
                                      <p:cBhvr>
                                        <p:cTn id="62" dur="1" fill="hold">
                                          <p:stCondLst>
                                            <p:cond delay="0"/>
                                          </p:stCondLst>
                                        </p:cTn>
                                        <p:tgtEl>
                                          <p:spTgt spid="21"/>
                                        </p:tgtEl>
                                        <p:attrNameLst>
                                          <p:attrName>style.visibility</p:attrName>
                                        </p:attrNameLst>
                                      </p:cBhvr>
                                      <p:to>
                                        <p:strVal val="visible"/>
                                      </p:to>
                                    </p:set>
                                    <p:anim calcmode="lin" valueType="num">
                                      <p:cBhvr additive="base">
                                        <p:cTn id="63" dur="500" fill="hold"/>
                                        <p:tgtEl>
                                          <p:spTgt spid="21"/>
                                        </p:tgtEl>
                                        <p:attrNameLst>
                                          <p:attrName>ppt_x</p:attrName>
                                        </p:attrNameLst>
                                      </p:cBhvr>
                                      <p:tavLst>
                                        <p:tav tm="0">
                                          <p:val>
                                            <p:strVal val="#ppt_x"/>
                                          </p:val>
                                        </p:tav>
                                        <p:tav tm="100000">
                                          <p:val>
                                            <p:strVal val="#ppt_x"/>
                                          </p:val>
                                        </p:tav>
                                      </p:tavLst>
                                    </p:anim>
                                    <p:anim calcmode="lin" valueType="num">
                                      <p:cBhvr additive="base">
                                        <p:cTn id="64"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7" presetID="2" presetClass="entr" presetSubtype="4" fill="hold" grpId="0" nodeType="clickEffect">
                                  <p:stCondLst>
                                    <p:cond delay="0"/>
                                  </p:stCondLst>
                                  <p:childTnLst>
                                    <p:set>
                                      <p:cBhvr>
                                        <p:cTn id="68" dur="1" fill="hold">
                                          <p:stCondLst>
                                            <p:cond delay="0"/>
                                          </p:stCondLst>
                                        </p:cTn>
                                        <p:tgtEl>
                                          <p:spTgt spid="23"/>
                                        </p:tgtEl>
                                        <p:attrNameLst>
                                          <p:attrName>style.visibility</p:attrName>
                                        </p:attrNameLst>
                                      </p:cBhvr>
                                      <p:to>
                                        <p:strVal val="visible"/>
                                      </p:to>
                                    </p:set>
                                    <p:anim calcmode="lin" valueType="num">
                                      <p:cBhvr additive="base">
                                        <p:cTn id="69" dur="500" fill="hold"/>
                                        <p:tgtEl>
                                          <p:spTgt spid="23"/>
                                        </p:tgtEl>
                                        <p:attrNameLst>
                                          <p:attrName>ppt_x</p:attrName>
                                        </p:attrNameLst>
                                      </p:cBhvr>
                                      <p:tavLst>
                                        <p:tav tm="0">
                                          <p:val>
                                            <p:strVal val="#ppt_x"/>
                                          </p:val>
                                        </p:tav>
                                        <p:tav tm="100000">
                                          <p:val>
                                            <p:strVal val="#ppt_x"/>
                                          </p:val>
                                        </p:tav>
                                      </p:tavLst>
                                    </p:anim>
                                    <p:anim calcmode="lin" valueType="num">
                                      <p:cBhvr additive="base">
                                        <p:cTn id="70"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par>
                    <p:cTn id="71" fill="hold">
                      <p:stCondLst>
                        <p:cond delay="indefinite"/>
                      </p:stCondLst>
                      <p:childTnLst>
                        <p:par>
                          <p:cTn id="72" fill="hold">
                            <p:stCondLst>
                              <p:cond delay="0"/>
                            </p:stCondLst>
                            <p:childTnLst>
                              <p:par>
                                <p:cTn id="73" presetID="2" presetClass="entr" presetSubtype="4" fill="hold" grpId="0" nodeType="clickEffect">
                                  <p:stCondLst>
                                    <p:cond delay="0"/>
                                  </p:stCondLst>
                                  <p:childTnLst>
                                    <p:set>
                                      <p:cBhvr>
                                        <p:cTn id="74" dur="1" fill="hold">
                                          <p:stCondLst>
                                            <p:cond delay="0"/>
                                          </p:stCondLst>
                                        </p:cTn>
                                        <p:tgtEl>
                                          <p:spTgt spid="25"/>
                                        </p:tgtEl>
                                        <p:attrNameLst>
                                          <p:attrName>style.visibility</p:attrName>
                                        </p:attrNameLst>
                                      </p:cBhvr>
                                      <p:to>
                                        <p:strVal val="visible"/>
                                      </p:to>
                                    </p:set>
                                    <p:anim calcmode="lin" valueType="num">
                                      <p:cBhvr additive="base">
                                        <p:cTn id="75" dur="500" fill="hold"/>
                                        <p:tgtEl>
                                          <p:spTgt spid="25"/>
                                        </p:tgtEl>
                                        <p:attrNameLst>
                                          <p:attrName>ppt_x</p:attrName>
                                        </p:attrNameLst>
                                      </p:cBhvr>
                                      <p:tavLst>
                                        <p:tav tm="0">
                                          <p:val>
                                            <p:strVal val="#ppt_x"/>
                                          </p:val>
                                        </p:tav>
                                        <p:tav tm="100000">
                                          <p:val>
                                            <p:strVal val="#ppt_x"/>
                                          </p:val>
                                        </p:tav>
                                      </p:tavLst>
                                    </p:anim>
                                    <p:anim calcmode="lin" valueType="num">
                                      <p:cBhvr additive="base">
                                        <p:cTn id="76"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par>
                    <p:cTn id="77" fill="hold">
                      <p:stCondLst>
                        <p:cond delay="indefinite"/>
                      </p:stCondLst>
                      <p:childTnLst>
                        <p:par>
                          <p:cTn id="78" fill="hold">
                            <p:stCondLst>
                              <p:cond delay="0"/>
                            </p:stCondLst>
                            <p:childTnLst>
                              <p:par>
                                <p:cTn id="79" presetID="2" presetClass="entr" presetSubtype="4" fill="hold" nodeType="clickEffect">
                                  <p:stCondLst>
                                    <p:cond delay="0"/>
                                  </p:stCondLst>
                                  <p:childTnLst>
                                    <p:set>
                                      <p:cBhvr>
                                        <p:cTn id="80" dur="1" fill="hold">
                                          <p:stCondLst>
                                            <p:cond delay="0"/>
                                          </p:stCondLst>
                                        </p:cTn>
                                        <p:tgtEl>
                                          <p:spTgt spid="27"/>
                                        </p:tgtEl>
                                        <p:attrNameLst>
                                          <p:attrName>style.visibility</p:attrName>
                                        </p:attrNameLst>
                                      </p:cBhvr>
                                      <p:to>
                                        <p:strVal val="visible"/>
                                      </p:to>
                                    </p:set>
                                    <p:anim calcmode="lin" valueType="num">
                                      <p:cBhvr additive="base">
                                        <p:cTn id="81" dur="500" fill="hold"/>
                                        <p:tgtEl>
                                          <p:spTgt spid="27"/>
                                        </p:tgtEl>
                                        <p:attrNameLst>
                                          <p:attrName>ppt_x</p:attrName>
                                        </p:attrNameLst>
                                      </p:cBhvr>
                                      <p:tavLst>
                                        <p:tav tm="0">
                                          <p:val>
                                            <p:strVal val="#ppt_x"/>
                                          </p:val>
                                        </p:tav>
                                        <p:tav tm="100000">
                                          <p:val>
                                            <p:strVal val="#ppt_x"/>
                                          </p:val>
                                        </p:tav>
                                      </p:tavLst>
                                    </p:anim>
                                    <p:anim calcmode="lin" valueType="num">
                                      <p:cBhvr additive="base">
                                        <p:cTn id="82" dur="500" fill="hold"/>
                                        <p:tgtEl>
                                          <p:spTgt spid="27"/>
                                        </p:tgtEl>
                                        <p:attrNameLst>
                                          <p:attrName>ppt_y</p:attrName>
                                        </p:attrNameLst>
                                      </p:cBhvr>
                                      <p:tavLst>
                                        <p:tav tm="0">
                                          <p:val>
                                            <p:strVal val="1+#ppt_h/2"/>
                                          </p:val>
                                        </p:tav>
                                        <p:tav tm="100000">
                                          <p:val>
                                            <p:strVal val="#ppt_y"/>
                                          </p:val>
                                        </p:tav>
                                      </p:tavLst>
                                    </p:anim>
                                  </p:childTnLst>
                                </p:cTn>
                              </p:par>
                            </p:childTnLst>
                          </p:cTn>
                        </p:par>
                      </p:childTnLst>
                    </p:cTn>
                  </p:par>
                  <p:par>
                    <p:cTn id="83" fill="hold">
                      <p:stCondLst>
                        <p:cond delay="indefinite"/>
                      </p:stCondLst>
                      <p:childTnLst>
                        <p:par>
                          <p:cTn id="84" fill="hold">
                            <p:stCondLst>
                              <p:cond delay="0"/>
                            </p:stCondLst>
                            <p:childTnLst>
                              <p:par>
                                <p:cTn id="85" presetID="2" presetClass="entr" presetSubtype="4" fill="hold" grpId="0" nodeType="clickEffect">
                                  <p:stCondLst>
                                    <p:cond delay="0"/>
                                  </p:stCondLst>
                                  <p:childTnLst>
                                    <p:set>
                                      <p:cBhvr>
                                        <p:cTn id="86" dur="1" fill="hold">
                                          <p:stCondLst>
                                            <p:cond delay="0"/>
                                          </p:stCondLst>
                                        </p:cTn>
                                        <p:tgtEl>
                                          <p:spTgt spid="30"/>
                                        </p:tgtEl>
                                        <p:attrNameLst>
                                          <p:attrName>style.visibility</p:attrName>
                                        </p:attrNameLst>
                                      </p:cBhvr>
                                      <p:to>
                                        <p:strVal val="visible"/>
                                      </p:to>
                                    </p:set>
                                    <p:anim calcmode="lin" valueType="num">
                                      <p:cBhvr additive="base">
                                        <p:cTn id="87" dur="500" fill="hold"/>
                                        <p:tgtEl>
                                          <p:spTgt spid="30"/>
                                        </p:tgtEl>
                                        <p:attrNameLst>
                                          <p:attrName>ppt_x</p:attrName>
                                        </p:attrNameLst>
                                      </p:cBhvr>
                                      <p:tavLst>
                                        <p:tav tm="0">
                                          <p:val>
                                            <p:strVal val="#ppt_x"/>
                                          </p:val>
                                        </p:tav>
                                        <p:tav tm="100000">
                                          <p:val>
                                            <p:strVal val="#ppt_x"/>
                                          </p:val>
                                        </p:tav>
                                      </p:tavLst>
                                    </p:anim>
                                    <p:anim calcmode="lin" valueType="num">
                                      <p:cBhvr additive="base">
                                        <p:cTn id="88" dur="500" fill="hold"/>
                                        <p:tgtEl>
                                          <p:spTgt spid="30"/>
                                        </p:tgtEl>
                                        <p:attrNameLst>
                                          <p:attrName>ppt_y</p:attrName>
                                        </p:attrNameLst>
                                      </p:cBhvr>
                                      <p:tavLst>
                                        <p:tav tm="0">
                                          <p:val>
                                            <p:strVal val="1+#ppt_h/2"/>
                                          </p:val>
                                        </p:tav>
                                        <p:tav tm="100000">
                                          <p:val>
                                            <p:strVal val="#ppt_y"/>
                                          </p:val>
                                        </p:tav>
                                      </p:tavLst>
                                    </p:anim>
                                  </p:childTnLst>
                                </p:cTn>
                              </p:par>
                            </p:childTnLst>
                          </p:cTn>
                        </p:par>
                      </p:childTnLst>
                    </p:cTn>
                  </p:par>
                  <p:par>
                    <p:cTn id="89" fill="hold">
                      <p:stCondLst>
                        <p:cond delay="indefinite"/>
                      </p:stCondLst>
                      <p:childTnLst>
                        <p:par>
                          <p:cTn id="90" fill="hold">
                            <p:stCondLst>
                              <p:cond delay="0"/>
                            </p:stCondLst>
                            <p:childTnLst>
                              <p:par>
                                <p:cTn id="91" presetID="2" presetClass="entr" presetSubtype="4" fill="hold" nodeType="clickEffect">
                                  <p:stCondLst>
                                    <p:cond delay="0"/>
                                  </p:stCondLst>
                                  <p:childTnLst>
                                    <p:set>
                                      <p:cBhvr>
                                        <p:cTn id="92" dur="1" fill="hold">
                                          <p:stCondLst>
                                            <p:cond delay="0"/>
                                          </p:stCondLst>
                                        </p:cTn>
                                        <p:tgtEl>
                                          <p:spTgt spid="31"/>
                                        </p:tgtEl>
                                        <p:attrNameLst>
                                          <p:attrName>style.visibility</p:attrName>
                                        </p:attrNameLst>
                                      </p:cBhvr>
                                      <p:to>
                                        <p:strVal val="visible"/>
                                      </p:to>
                                    </p:set>
                                    <p:anim calcmode="lin" valueType="num">
                                      <p:cBhvr additive="base">
                                        <p:cTn id="93" dur="500" fill="hold"/>
                                        <p:tgtEl>
                                          <p:spTgt spid="31"/>
                                        </p:tgtEl>
                                        <p:attrNameLst>
                                          <p:attrName>ppt_x</p:attrName>
                                        </p:attrNameLst>
                                      </p:cBhvr>
                                      <p:tavLst>
                                        <p:tav tm="0">
                                          <p:val>
                                            <p:strVal val="#ppt_x"/>
                                          </p:val>
                                        </p:tav>
                                        <p:tav tm="100000">
                                          <p:val>
                                            <p:strVal val="#ppt_x"/>
                                          </p:val>
                                        </p:tav>
                                      </p:tavLst>
                                    </p:anim>
                                    <p:anim calcmode="lin" valueType="num">
                                      <p:cBhvr additive="base">
                                        <p:cTn id="94" dur="500" fill="hold"/>
                                        <p:tgtEl>
                                          <p:spTgt spid="31"/>
                                        </p:tgtEl>
                                        <p:attrNameLst>
                                          <p:attrName>ppt_y</p:attrName>
                                        </p:attrNameLst>
                                      </p:cBhvr>
                                      <p:tavLst>
                                        <p:tav tm="0">
                                          <p:val>
                                            <p:strVal val="1+#ppt_h/2"/>
                                          </p:val>
                                        </p:tav>
                                        <p:tav tm="100000">
                                          <p:val>
                                            <p:strVal val="#ppt_y"/>
                                          </p:val>
                                        </p:tav>
                                      </p:tavLst>
                                    </p:anim>
                                  </p:childTnLst>
                                </p:cTn>
                              </p:par>
                            </p:childTnLst>
                          </p:cTn>
                        </p:par>
                      </p:childTnLst>
                    </p:cTn>
                  </p:par>
                  <p:par>
                    <p:cTn id="95" fill="hold">
                      <p:stCondLst>
                        <p:cond delay="indefinite"/>
                      </p:stCondLst>
                      <p:childTnLst>
                        <p:par>
                          <p:cTn id="96" fill="hold">
                            <p:stCondLst>
                              <p:cond delay="0"/>
                            </p:stCondLst>
                            <p:childTnLst>
                              <p:par>
                                <p:cTn id="97" presetID="2" presetClass="entr" presetSubtype="4" fill="hold" grpId="0" nodeType="clickEffect">
                                  <p:stCondLst>
                                    <p:cond delay="0"/>
                                  </p:stCondLst>
                                  <p:childTnLst>
                                    <p:set>
                                      <p:cBhvr>
                                        <p:cTn id="98" dur="1" fill="hold">
                                          <p:stCondLst>
                                            <p:cond delay="0"/>
                                          </p:stCondLst>
                                        </p:cTn>
                                        <p:tgtEl>
                                          <p:spTgt spid="37"/>
                                        </p:tgtEl>
                                        <p:attrNameLst>
                                          <p:attrName>style.visibility</p:attrName>
                                        </p:attrNameLst>
                                      </p:cBhvr>
                                      <p:to>
                                        <p:strVal val="visible"/>
                                      </p:to>
                                    </p:set>
                                    <p:anim calcmode="lin" valueType="num">
                                      <p:cBhvr additive="base">
                                        <p:cTn id="99" dur="500" fill="hold"/>
                                        <p:tgtEl>
                                          <p:spTgt spid="37"/>
                                        </p:tgtEl>
                                        <p:attrNameLst>
                                          <p:attrName>ppt_x</p:attrName>
                                        </p:attrNameLst>
                                      </p:cBhvr>
                                      <p:tavLst>
                                        <p:tav tm="0">
                                          <p:val>
                                            <p:strVal val="#ppt_x"/>
                                          </p:val>
                                        </p:tav>
                                        <p:tav tm="100000">
                                          <p:val>
                                            <p:strVal val="#ppt_x"/>
                                          </p:val>
                                        </p:tav>
                                      </p:tavLst>
                                    </p:anim>
                                    <p:anim calcmode="lin" valueType="num">
                                      <p:cBhvr additive="base">
                                        <p:cTn id="100" dur="500" fill="hold"/>
                                        <p:tgtEl>
                                          <p:spTgt spid="3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7" grpId="0" build="p"/>
      <p:bldP spid="15" grpId="0"/>
      <p:bldP spid="17" grpId="0"/>
      <p:bldP spid="23" grpId="0"/>
      <p:bldP spid="25" grpId="0"/>
      <p:bldP spid="30" grpId="0"/>
      <p:bldP spid="3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E7EC65-C3CE-34C6-DFA6-A0055D714424}"/>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BA7AB544-224C-B7D7-8270-E2746D0D446B}"/>
              </a:ext>
            </a:extLst>
          </p:cNvPr>
          <p:cNvSpPr>
            <a:spLocks noGrp="1"/>
          </p:cNvSpPr>
          <p:nvPr>
            <p:ph type="body" sz="quarter" idx="12"/>
          </p:nvPr>
        </p:nvSpPr>
        <p:spPr>
          <a:xfrm>
            <a:off x="660399" y="2029255"/>
            <a:ext cx="11195628" cy="469900"/>
          </a:xfrm>
        </p:spPr>
        <p:txBody>
          <a:bodyPr/>
          <a:lstStyle/>
          <a:p>
            <a:pPr marL="0" indent="0">
              <a:buNone/>
            </a:pPr>
            <a:endParaRPr lang="en-US" b="1" dirty="0"/>
          </a:p>
        </p:txBody>
      </p:sp>
      <p:sp>
        <p:nvSpPr>
          <p:cNvPr id="4" name="Title 3">
            <a:extLst>
              <a:ext uri="{FF2B5EF4-FFF2-40B4-BE49-F238E27FC236}">
                <a16:creationId xmlns:a16="http://schemas.microsoft.com/office/drawing/2014/main" id="{86BAD62B-D9F2-D4C2-EC89-CED461FBC9E7}"/>
              </a:ext>
            </a:extLst>
          </p:cNvPr>
          <p:cNvSpPr>
            <a:spLocks noGrp="1"/>
          </p:cNvSpPr>
          <p:nvPr>
            <p:ph type="title"/>
          </p:nvPr>
        </p:nvSpPr>
        <p:spPr>
          <a:xfrm>
            <a:off x="660399" y="918720"/>
            <a:ext cx="11705771" cy="830997"/>
          </a:xfrm>
        </p:spPr>
        <p:txBody>
          <a:bodyPr/>
          <a:lstStyle/>
          <a:p>
            <a:r>
              <a:rPr lang="en-US" dirty="0"/>
              <a:t>Computation of Goodwill</a:t>
            </a:r>
          </a:p>
        </p:txBody>
      </p:sp>
      <p:pic>
        <p:nvPicPr>
          <p:cNvPr id="5" name="Picture 4" descr="eLearning">
            <a:extLst>
              <a:ext uri="{FF2B5EF4-FFF2-40B4-BE49-F238E27FC236}">
                <a16:creationId xmlns:a16="http://schemas.microsoft.com/office/drawing/2014/main" id="{5447CA46-A4DF-B472-7E28-A9D6E8DC828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3717" y="5578997"/>
            <a:ext cx="2096886" cy="1200439"/>
          </a:xfrm>
          <a:prstGeom prst="rect">
            <a:avLst/>
          </a:prstGeom>
          <a:noFill/>
          <a:extLst>
            <a:ext uri="{909E8E84-426E-40DD-AFC4-6F175D3DCCD1}">
              <a14:hiddenFill xmlns:a14="http://schemas.microsoft.com/office/drawing/2010/main">
                <a:solidFill>
                  <a:srgbClr val="FFFFFF"/>
                </a:solidFill>
              </a14:hiddenFill>
            </a:ext>
          </a:extLst>
        </p:spPr>
      </p:pic>
      <p:sp>
        <p:nvSpPr>
          <p:cNvPr id="6" name="Text Placeholder 1">
            <a:extLst>
              <a:ext uri="{FF2B5EF4-FFF2-40B4-BE49-F238E27FC236}">
                <a16:creationId xmlns:a16="http://schemas.microsoft.com/office/drawing/2014/main" id="{B996B76E-0670-C21D-E102-2CEEBE1080AF}"/>
              </a:ext>
            </a:extLst>
          </p:cNvPr>
          <p:cNvSpPr txBox="1">
            <a:spLocks/>
          </p:cNvSpPr>
          <p:nvPr/>
        </p:nvSpPr>
        <p:spPr>
          <a:xfrm>
            <a:off x="660399" y="2592511"/>
            <a:ext cx="9583057" cy="469900"/>
          </a:xfrm>
          <a:prstGeom prst="rect">
            <a:avLst/>
          </a:prstGeom>
        </p:spPr>
        <p:txBody>
          <a:bodyPr/>
          <a:lstStyle>
            <a:lvl1pPr marL="266700" indent="-266700" algn="l" defTabSz="914400" rtl="0" eaLnBrk="1" latinLnBrk="0" hangingPunct="1">
              <a:lnSpc>
                <a:spcPct val="90000"/>
              </a:lnSpc>
              <a:spcBef>
                <a:spcPts val="1000"/>
              </a:spcBef>
              <a:buClr>
                <a:schemeClr val="accent4"/>
              </a:buClr>
              <a:buFont typeface="Wingdings" panose="05000000000000000000" pitchFamily="2" charset="2"/>
              <a:buChar char="§"/>
              <a:defRPr sz="2000" kern="1200">
                <a:solidFill>
                  <a:schemeClr val="tx1">
                    <a:lumMod val="75000"/>
                    <a:lumOff val="25000"/>
                  </a:schemeClr>
                </a:solidFill>
                <a:latin typeface="+mn-lt"/>
                <a:ea typeface="+mn-ea"/>
                <a:cs typeface="+mn-cs"/>
              </a:defRPr>
            </a:lvl1pPr>
            <a:lvl2pPr marL="542925" indent="-276225" algn="l" defTabSz="914400" rtl="0" eaLnBrk="1" latinLnBrk="0" hangingPunct="1">
              <a:lnSpc>
                <a:spcPct val="90000"/>
              </a:lnSpc>
              <a:spcBef>
                <a:spcPts val="500"/>
              </a:spcBef>
              <a:buClr>
                <a:schemeClr val="accent4"/>
              </a:buClr>
              <a:buFont typeface="Wingdings" panose="05000000000000000000" pitchFamily="2" charset="2"/>
              <a:buChar char="§"/>
              <a:defRPr sz="1800" kern="1200">
                <a:solidFill>
                  <a:schemeClr val="tx1">
                    <a:lumMod val="75000"/>
                    <a:lumOff val="25000"/>
                  </a:schemeClr>
                </a:solidFill>
                <a:latin typeface="+mn-lt"/>
                <a:ea typeface="+mn-ea"/>
                <a:cs typeface="+mn-cs"/>
              </a:defRPr>
            </a:lvl2pPr>
            <a:lvl3pPr marL="809625" indent="-266700" algn="l" defTabSz="914400" rtl="0" eaLnBrk="1" latinLnBrk="0" hangingPunct="1">
              <a:lnSpc>
                <a:spcPct val="90000"/>
              </a:lnSpc>
              <a:spcBef>
                <a:spcPts val="500"/>
              </a:spcBef>
              <a:buClr>
                <a:schemeClr val="accent4"/>
              </a:buClr>
              <a:buFont typeface="Wingdings" panose="05000000000000000000" pitchFamily="2" charset="2"/>
              <a:buChar char="§"/>
              <a:defRPr sz="1600" kern="1200">
                <a:solidFill>
                  <a:schemeClr val="tx1">
                    <a:lumMod val="75000"/>
                    <a:lumOff val="25000"/>
                  </a:schemeClr>
                </a:solidFill>
                <a:latin typeface="+mn-lt"/>
                <a:ea typeface="+mn-ea"/>
                <a:cs typeface="+mn-cs"/>
              </a:defRPr>
            </a:lvl3pPr>
            <a:lvl4pPr marL="1076325" indent="-266700" algn="l" defTabSz="914400" rtl="0" eaLnBrk="1" latinLnBrk="0" hangingPunct="1">
              <a:lnSpc>
                <a:spcPct val="90000"/>
              </a:lnSpc>
              <a:spcBef>
                <a:spcPts val="500"/>
              </a:spcBef>
              <a:buClr>
                <a:schemeClr val="accent4"/>
              </a:buClr>
              <a:buFont typeface="Wingdings" panose="05000000000000000000" pitchFamily="2" charset="2"/>
              <a:buChar char="§"/>
              <a:defRPr sz="1600" kern="1200">
                <a:solidFill>
                  <a:schemeClr val="tx1">
                    <a:lumMod val="75000"/>
                    <a:lumOff val="25000"/>
                  </a:schemeClr>
                </a:solidFill>
                <a:latin typeface="+mn-lt"/>
                <a:ea typeface="+mn-ea"/>
                <a:cs typeface="+mn-cs"/>
              </a:defRPr>
            </a:lvl4pPr>
            <a:lvl5pPr marL="1343025" indent="-266700" algn="l" defTabSz="914400" rtl="0" eaLnBrk="1" latinLnBrk="0" hangingPunct="1">
              <a:lnSpc>
                <a:spcPct val="90000"/>
              </a:lnSpc>
              <a:spcBef>
                <a:spcPts val="500"/>
              </a:spcBef>
              <a:buClr>
                <a:schemeClr val="accent4"/>
              </a:buClr>
              <a:buFont typeface="Wingdings" panose="05000000000000000000" pitchFamily="2" charset="2"/>
              <a:buChar char="§"/>
              <a:defRPr sz="16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Wingdings" panose="05000000000000000000" pitchFamily="2" charset="2"/>
              <a:buNone/>
            </a:pPr>
            <a:endParaRPr lang="en-US" dirty="0"/>
          </a:p>
        </p:txBody>
      </p:sp>
      <p:sp>
        <p:nvSpPr>
          <p:cNvPr id="7" name="Text Placeholder 1">
            <a:extLst>
              <a:ext uri="{FF2B5EF4-FFF2-40B4-BE49-F238E27FC236}">
                <a16:creationId xmlns:a16="http://schemas.microsoft.com/office/drawing/2014/main" id="{6368BAB7-582B-EEBE-79DB-2F983887E4EC}"/>
              </a:ext>
            </a:extLst>
          </p:cNvPr>
          <p:cNvSpPr txBox="1">
            <a:spLocks/>
          </p:cNvSpPr>
          <p:nvPr/>
        </p:nvSpPr>
        <p:spPr>
          <a:xfrm>
            <a:off x="6258213" y="3094349"/>
            <a:ext cx="9583057" cy="469900"/>
          </a:xfrm>
          <a:prstGeom prst="rect">
            <a:avLst/>
          </a:prstGeom>
        </p:spPr>
        <p:txBody>
          <a:bodyPr/>
          <a:lstStyle>
            <a:lvl1pPr marL="266700" indent="-266700" algn="l" defTabSz="914400" rtl="0" eaLnBrk="1" latinLnBrk="0" hangingPunct="1">
              <a:lnSpc>
                <a:spcPct val="90000"/>
              </a:lnSpc>
              <a:spcBef>
                <a:spcPts val="1000"/>
              </a:spcBef>
              <a:buClr>
                <a:schemeClr val="accent4"/>
              </a:buClr>
              <a:buFont typeface="Wingdings" panose="05000000000000000000" pitchFamily="2" charset="2"/>
              <a:buChar char="§"/>
              <a:defRPr sz="2000" kern="1200">
                <a:solidFill>
                  <a:schemeClr val="tx1">
                    <a:lumMod val="75000"/>
                    <a:lumOff val="25000"/>
                  </a:schemeClr>
                </a:solidFill>
                <a:latin typeface="+mn-lt"/>
                <a:ea typeface="+mn-ea"/>
                <a:cs typeface="+mn-cs"/>
              </a:defRPr>
            </a:lvl1pPr>
            <a:lvl2pPr marL="542925" indent="-276225" algn="l" defTabSz="914400" rtl="0" eaLnBrk="1" latinLnBrk="0" hangingPunct="1">
              <a:lnSpc>
                <a:spcPct val="90000"/>
              </a:lnSpc>
              <a:spcBef>
                <a:spcPts val="500"/>
              </a:spcBef>
              <a:buClr>
                <a:schemeClr val="accent4"/>
              </a:buClr>
              <a:buFont typeface="Wingdings" panose="05000000000000000000" pitchFamily="2" charset="2"/>
              <a:buChar char="§"/>
              <a:defRPr sz="1800" kern="1200">
                <a:solidFill>
                  <a:schemeClr val="tx1">
                    <a:lumMod val="75000"/>
                    <a:lumOff val="25000"/>
                  </a:schemeClr>
                </a:solidFill>
                <a:latin typeface="+mn-lt"/>
                <a:ea typeface="+mn-ea"/>
                <a:cs typeface="+mn-cs"/>
              </a:defRPr>
            </a:lvl2pPr>
            <a:lvl3pPr marL="809625" indent="-266700" algn="l" defTabSz="914400" rtl="0" eaLnBrk="1" latinLnBrk="0" hangingPunct="1">
              <a:lnSpc>
                <a:spcPct val="90000"/>
              </a:lnSpc>
              <a:spcBef>
                <a:spcPts val="500"/>
              </a:spcBef>
              <a:buClr>
                <a:schemeClr val="accent4"/>
              </a:buClr>
              <a:buFont typeface="Wingdings" panose="05000000000000000000" pitchFamily="2" charset="2"/>
              <a:buChar char="§"/>
              <a:defRPr sz="1600" kern="1200">
                <a:solidFill>
                  <a:schemeClr val="tx1">
                    <a:lumMod val="75000"/>
                    <a:lumOff val="25000"/>
                  </a:schemeClr>
                </a:solidFill>
                <a:latin typeface="+mn-lt"/>
                <a:ea typeface="+mn-ea"/>
                <a:cs typeface="+mn-cs"/>
              </a:defRPr>
            </a:lvl3pPr>
            <a:lvl4pPr marL="1076325" indent="-266700" algn="l" defTabSz="914400" rtl="0" eaLnBrk="1" latinLnBrk="0" hangingPunct="1">
              <a:lnSpc>
                <a:spcPct val="90000"/>
              </a:lnSpc>
              <a:spcBef>
                <a:spcPts val="500"/>
              </a:spcBef>
              <a:buClr>
                <a:schemeClr val="accent4"/>
              </a:buClr>
              <a:buFont typeface="Wingdings" panose="05000000000000000000" pitchFamily="2" charset="2"/>
              <a:buChar char="§"/>
              <a:defRPr sz="1600" kern="1200">
                <a:solidFill>
                  <a:schemeClr val="tx1">
                    <a:lumMod val="75000"/>
                    <a:lumOff val="25000"/>
                  </a:schemeClr>
                </a:solidFill>
                <a:latin typeface="+mn-lt"/>
                <a:ea typeface="+mn-ea"/>
                <a:cs typeface="+mn-cs"/>
              </a:defRPr>
            </a:lvl4pPr>
            <a:lvl5pPr marL="1343025" indent="-266700" algn="l" defTabSz="914400" rtl="0" eaLnBrk="1" latinLnBrk="0" hangingPunct="1">
              <a:lnSpc>
                <a:spcPct val="90000"/>
              </a:lnSpc>
              <a:spcBef>
                <a:spcPts val="500"/>
              </a:spcBef>
              <a:buClr>
                <a:schemeClr val="accent4"/>
              </a:buClr>
              <a:buFont typeface="Wingdings" panose="05000000000000000000" pitchFamily="2" charset="2"/>
              <a:buChar char="§"/>
              <a:defRPr sz="16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Wingdings" panose="05000000000000000000" pitchFamily="2" charset="2"/>
              <a:buNone/>
            </a:pPr>
            <a:endParaRPr lang="en-US" b="1" dirty="0"/>
          </a:p>
        </p:txBody>
      </p:sp>
      <p:sp>
        <p:nvSpPr>
          <p:cNvPr id="16" name="TextBox 15">
            <a:extLst>
              <a:ext uri="{FF2B5EF4-FFF2-40B4-BE49-F238E27FC236}">
                <a16:creationId xmlns:a16="http://schemas.microsoft.com/office/drawing/2014/main" id="{BC8061FB-67D1-088A-3796-BD8B59A037E0}"/>
              </a:ext>
            </a:extLst>
          </p:cNvPr>
          <p:cNvSpPr txBox="1"/>
          <p:nvPr/>
        </p:nvSpPr>
        <p:spPr>
          <a:xfrm>
            <a:off x="5953991" y="5049982"/>
            <a:ext cx="184731" cy="369332"/>
          </a:xfrm>
          <a:prstGeom prst="rect">
            <a:avLst/>
          </a:prstGeom>
          <a:noFill/>
        </p:spPr>
        <p:txBody>
          <a:bodyPr wrap="none" rtlCol="0">
            <a:spAutoFit/>
          </a:bodyPr>
          <a:lstStyle/>
          <a:p>
            <a:endParaRPr lang="en-US" dirty="0"/>
          </a:p>
        </p:txBody>
      </p:sp>
      <p:sp>
        <p:nvSpPr>
          <p:cNvPr id="10" name="Rectangle 9">
            <a:extLst>
              <a:ext uri="{FF2B5EF4-FFF2-40B4-BE49-F238E27FC236}">
                <a16:creationId xmlns:a16="http://schemas.microsoft.com/office/drawing/2014/main" id="{B68C93CF-04F4-31A4-D46A-106812558901}"/>
              </a:ext>
            </a:extLst>
          </p:cNvPr>
          <p:cNvSpPr/>
          <p:nvPr/>
        </p:nvSpPr>
        <p:spPr>
          <a:xfrm>
            <a:off x="660400" y="2059607"/>
            <a:ext cx="1750292" cy="131964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FAIR VALUE OF CONSIDERATION TRANSFERRED</a:t>
            </a:r>
          </a:p>
        </p:txBody>
      </p:sp>
      <p:sp>
        <p:nvSpPr>
          <p:cNvPr id="13" name="Plus Sign 12">
            <a:extLst>
              <a:ext uri="{FF2B5EF4-FFF2-40B4-BE49-F238E27FC236}">
                <a16:creationId xmlns:a16="http://schemas.microsoft.com/office/drawing/2014/main" id="{3EC0A846-51AD-0240-C7AF-B23C5AE64DBB}"/>
              </a:ext>
            </a:extLst>
          </p:cNvPr>
          <p:cNvSpPr/>
          <p:nvPr/>
        </p:nvSpPr>
        <p:spPr>
          <a:xfrm>
            <a:off x="2410692" y="2231878"/>
            <a:ext cx="914400" cy="914400"/>
          </a:xfrm>
          <a:prstGeom prst="mathPlus">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41462D14-8C55-F257-0AA4-AE908DAEAF19}"/>
              </a:ext>
            </a:extLst>
          </p:cNvPr>
          <p:cNvSpPr/>
          <p:nvPr/>
        </p:nvSpPr>
        <p:spPr>
          <a:xfrm>
            <a:off x="3325093" y="2059415"/>
            <a:ext cx="1750292" cy="131964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NON CONTROLLING INTEREST</a:t>
            </a:r>
          </a:p>
        </p:txBody>
      </p:sp>
      <p:sp>
        <p:nvSpPr>
          <p:cNvPr id="18" name="Plus Sign 17">
            <a:extLst>
              <a:ext uri="{FF2B5EF4-FFF2-40B4-BE49-F238E27FC236}">
                <a16:creationId xmlns:a16="http://schemas.microsoft.com/office/drawing/2014/main" id="{37283A4E-6C01-8893-7E59-40C5F2CF3939}"/>
              </a:ext>
            </a:extLst>
          </p:cNvPr>
          <p:cNvSpPr/>
          <p:nvPr/>
        </p:nvSpPr>
        <p:spPr>
          <a:xfrm>
            <a:off x="5209599" y="2231878"/>
            <a:ext cx="914400" cy="914400"/>
          </a:xfrm>
          <a:prstGeom prst="mathPlus">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1A8E28BD-E44F-7E99-6CC7-D9DEE334CD4A}"/>
              </a:ext>
            </a:extLst>
          </p:cNvPr>
          <p:cNvSpPr/>
          <p:nvPr/>
        </p:nvSpPr>
        <p:spPr>
          <a:xfrm>
            <a:off x="6142576" y="2059415"/>
            <a:ext cx="1750293" cy="131964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FV OF PREVIOUS EQUITY ACQUIRED</a:t>
            </a:r>
          </a:p>
        </p:txBody>
      </p:sp>
      <p:sp>
        <p:nvSpPr>
          <p:cNvPr id="20" name="Minus Sign 19">
            <a:extLst>
              <a:ext uri="{FF2B5EF4-FFF2-40B4-BE49-F238E27FC236}">
                <a16:creationId xmlns:a16="http://schemas.microsoft.com/office/drawing/2014/main" id="{D35A4382-9E86-6C35-F909-4F68D1BB80AA}"/>
              </a:ext>
            </a:extLst>
          </p:cNvPr>
          <p:cNvSpPr/>
          <p:nvPr/>
        </p:nvSpPr>
        <p:spPr>
          <a:xfrm>
            <a:off x="8045660" y="2231878"/>
            <a:ext cx="914400" cy="914400"/>
          </a:xfrm>
          <a:prstGeom prst="mathMinus">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27436CC8-35FD-1BBD-E726-2EB424B62B55}"/>
              </a:ext>
            </a:extLst>
          </p:cNvPr>
          <p:cNvSpPr/>
          <p:nvPr/>
        </p:nvSpPr>
        <p:spPr>
          <a:xfrm>
            <a:off x="8999301" y="2059415"/>
            <a:ext cx="1750293" cy="131964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FV of Subsidiary’s Net Assets</a:t>
            </a:r>
          </a:p>
        </p:txBody>
      </p:sp>
    </p:spTree>
    <p:extLst>
      <p:ext uri="{BB962C8B-B14F-4D97-AF65-F5344CB8AC3E}">
        <p14:creationId xmlns:p14="http://schemas.microsoft.com/office/powerpoint/2010/main" val="32938253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nodePh="1">
                                  <p:stCondLst>
                                    <p:cond delay="0"/>
                                  </p:stCondLst>
                                  <p:endCondLst>
                                    <p:cond evt="begin" delay="0">
                                      <p:tn val="5"/>
                                    </p:cond>
                                  </p:end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anim calcmode="lin" valueType="num">
                                      <p:cBhvr>
                                        <p:cTn id="8"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6">
                                            <p:txEl>
                                              <p:pRg st="0" end="0"/>
                                            </p:txEl>
                                          </p:spTgt>
                                        </p:tgtEl>
                                        <p:attrNameLst>
                                          <p:attrName>style.visibility</p:attrName>
                                        </p:attrNameLst>
                                      </p:cBhvr>
                                      <p:to>
                                        <p:strVal val="visible"/>
                                      </p:to>
                                    </p:set>
                                    <p:animEffect transition="in" filter="fade">
                                      <p:cBhvr>
                                        <p:cTn id="14" dur="1000"/>
                                        <p:tgtEl>
                                          <p:spTgt spid="6">
                                            <p:txEl>
                                              <p:pRg st="0" end="0"/>
                                            </p:txEl>
                                          </p:spTgt>
                                        </p:tgtEl>
                                      </p:cBhvr>
                                    </p:animEffect>
                                    <p:anim calcmode="lin" valueType="num">
                                      <p:cBhvr>
                                        <p:cTn id="15"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7">
                                            <p:txEl>
                                              <p:pRg st="0" end="0"/>
                                            </p:txEl>
                                          </p:spTgt>
                                        </p:tgtEl>
                                        <p:attrNameLst>
                                          <p:attrName>style.visibility</p:attrName>
                                        </p:attrNameLst>
                                      </p:cBhvr>
                                      <p:to>
                                        <p:strVal val="visible"/>
                                      </p:to>
                                    </p:set>
                                    <p:animEffect transition="in" filter="fade">
                                      <p:cBhvr>
                                        <p:cTn id="21" dur="1000"/>
                                        <p:tgtEl>
                                          <p:spTgt spid="7">
                                            <p:txEl>
                                              <p:pRg st="0" end="0"/>
                                            </p:txEl>
                                          </p:spTgt>
                                        </p:tgtEl>
                                      </p:cBhvr>
                                    </p:animEffect>
                                    <p:anim calcmode="lin" valueType="num">
                                      <p:cBhvr>
                                        <p:cTn id="22"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10"/>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13"/>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15"/>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18"/>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19"/>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20"/>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6" grpId="0" build="p"/>
      <p:bldP spid="7" grpId="0" build="p"/>
      <p:bldP spid="10" grpId="0" animBg="1"/>
      <p:bldP spid="13" grpId="0" animBg="1"/>
      <p:bldP spid="15" grpId="0" animBg="1"/>
      <p:bldP spid="18" grpId="0" animBg="1"/>
      <p:bldP spid="19" grpId="0" animBg="1"/>
      <p:bldP spid="20" grpId="0" animBg="1"/>
      <p:bldP spid="21"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E962CC-5F26-B093-4F36-E7C19D1CB941}"/>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2AC2FC33-5F94-D69D-9234-0E805F07182A}"/>
              </a:ext>
            </a:extLst>
          </p:cNvPr>
          <p:cNvSpPr>
            <a:spLocks noGrp="1"/>
          </p:cNvSpPr>
          <p:nvPr>
            <p:ph type="body" sz="quarter" idx="12"/>
          </p:nvPr>
        </p:nvSpPr>
        <p:spPr>
          <a:xfrm>
            <a:off x="660399" y="2029255"/>
            <a:ext cx="11195628" cy="469900"/>
          </a:xfrm>
        </p:spPr>
        <p:txBody>
          <a:bodyPr/>
          <a:lstStyle/>
          <a:p>
            <a:pPr marL="0" indent="0">
              <a:buNone/>
            </a:pPr>
            <a:r>
              <a:rPr lang="en-US" b="1" dirty="0"/>
              <a:t>Goodwill in accounting is an </a:t>
            </a:r>
            <a:r>
              <a:rPr lang="en-US" b="1" dirty="0">
                <a:solidFill>
                  <a:srgbClr val="C00000"/>
                </a:solidFill>
                <a:hlinkClick r:id="rId2">
                  <a:extLst>
                    <a:ext uri="{A12FA001-AC4F-418D-AE19-62706E023703}">
                      <ahyp:hlinkClr xmlns:ahyp="http://schemas.microsoft.com/office/drawing/2018/hyperlinkcolor" val="tx"/>
                    </a:ext>
                  </a:extLst>
                </a:hlinkClick>
              </a:rPr>
              <a:t>intangible asset</a:t>
            </a:r>
            <a:r>
              <a:rPr lang="en-US" b="1" dirty="0">
                <a:solidFill>
                  <a:srgbClr val="C00000"/>
                </a:solidFill>
              </a:rPr>
              <a:t> </a:t>
            </a:r>
            <a:r>
              <a:rPr lang="en-US" b="1" dirty="0"/>
              <a:t>recognized when one company acquires another for a price higher than the fair market value of its net identifiable assets. It represents non-physical value factors such as brand reputation, customer loyalty, and proprietary technology. Recorded on the buyer's balance sheet, it is not amortized but tested annually for impairment. </a:t>
            </a:r>
          </a:p>
        </p:txBody>
      </p:sp>
      <p:sp>
        <p:nvSpPr>
          <p:cNvPr id="4" name="Title 3">
            <a:extLst>
              <a:ext uri="{FF2B5EF4-FFF2-40B4-BE49-F238E27FC236}">
                <a16:creationId xmlns:a16="http://schemas.microsoft.com/office/drawing/2014/main" id="{5A007EF8-DF08-ECFE-B718-75975C2C0650}"/>
              </a:ext>
            </a:extLst>
          </p:cNvPr>
          <p:cNvSpPr>
            <a:spLocks noGrp="1"/>
          </p:cNvSpPr>
          <p:nvPr>
            <p:ph type="title"/>
          </p:nvPr>
        </p:nvSpPr>
        <p:spPr>
          <a:xfrm>
            <a:off x="660399" y="918720"/>
            <a:ext cx="11705771" cy="830997"/>
          </a:xfrm>
        </p:spPr>
        <p:txBody>
          <a:bodyPr/>
          <a:lstStyle/>
          <a:p>
            <a:r>
              <a:rPr lang="en-US" dirty="0"/>
              <a:t>Computation of Goodwill</a:t>
            </a:r>
          </a:p>
        </p:txBody>
      </p:sp>
      <p:pic>
        <p:nvPicPr>
          <p:cNvPr id="5" name="Picture 4" descr="eLearning">
            <a:extLst>
              <a:ext uri="{FF2B5EF4-FFF2-40B4-BE49-F238E27FC236}">
                <a16:creationId xmlns:a16="http://schemas.microsoft.com/office/drawing/2014/main" id="{0FC22F48-D4EA-C9A1-4189-85ADC23D243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3717" y="5578997"/>
            <a:ext cx="2096886" cy="1200439"/>
          </a:xfrm>
          <a:prstGeom prst="rect">
            <a:avLst/>
          </a:prstGeom>
          <a:noFill/>
          <a:extLst>
            <a:ext uri="{909E8E84-426E-40DD-AFC4-6F175D3DCCD1}">
              <a14:hiddenFill xmlns:a14="http://schemas.microsoft.com/office/drawing/2010/main">
                <a:solidFill>
                  <a:srgbClr val="FFFFFF"/>
                </a:solidFill>
              </a14:hiddenFill>
            </a:ext>
          </a:extLst>
        </p:spPr>
      </p:pic>
      <p:sp>
        <p:nvSpPr>
          <p:cNvPr id="6" name="Text Placeholder 1">
            <a:extLst>
              <a:ext uri="{FF2B5EF4-FFF2-40B4-BE49-F238E27FC236}">
                <a16:creationId xmlns:a16="http://schemas.microsoft.com/office/drawing/2014/main" id="{53E29BE9-5C2C-26F1-ED91-DDA112B4D6CE}"/>
              </a:ext>
            </a:extLst>
          </p:cNvPr>
          <p:cNvSpPr txBox="1">
            <a:spLocks/>
          </p:cNvSpPr>
          <p:nvPr/>
        </p:nvSpPr>
        <p:spPr>
          <a:xfrm>
            <a:off x="660399" y="2592511"/>
            <a:ext cx="9583057" cy="469900"/>
          </a:xfrm>
          <a:prstGeom prst="rect">
            <a:avLst/>
          </a:prstGeom>
        </p:spPr>
        <p:txBody>
          <a:bodyPr/>
          <a:lstStyle>
            <a:lvl1pPr marL="266700" indent="-266700" algn="l" defTabSz="914400" rtl="0" eaLnBrk="1" latinLnBrk="0" hangingPunct="1">
              <a:lnSpc>
                <a:spcPct val="90000"/>
              </a:lnSpc>
              <a:spcBef>
                <a:spcPts val="1000"/>
              </a:spcBef>
              <a:buClr>
                <a:schemeClr val="accent4"/>
              </a:buClr>
              <a:buFont typeface="Wingdings" panose="05000000000000000000" pitchFamily="2" charset="2"/>
              <a:buChar char="§"/>
              <a:defRPr sz="2000" kern="1200">
                <a:solidFill>
                  <a:schemeClr val="tx1">
                    <a:lumMod val="75000"/>
                    <a:lumOff val="25000"/>
                  </a:schemeClr>
                </a:solidFill>
                <a:latin typeface="+mn-lt"/>
                <a:ea typeface="+mn-ea"/>
                <a:cs typeface="+mn-cs"/>
              </a:defRPr>
            </a:lvl1pPr>
            <a:lvl2pPr marL="542925" indent="-276225" algn="l" defTabSz="914400" rtl="0" eaLnBrk="1" latinLnBrk="0" hangingPunct="1">
              <a:lnSpc>
                <a:spcPct val="90000"/>
              </a:lnSpc>
              <a:spcBef>
                <a:spcPts val="500"/>
              </a:spcBef>
              <a:buClr>
                <a:schemeClr val="accent4"/>
              </a:buClr>
              <a:buFont typeface="Wingdings" panose="05000000000000000000" pitchFamily="2" charset="2"/>
              <a:buChar char="§"/>
              <a:defRPr sz="1800" kern="1200">
                <a:solidFill>
                  <a:schemeClr val="tx1">
                    <a:lumMod val="75000"/>
                    <a:lumOff val="25000"/>
                  </a:schemeClr>
                </a:solidFill>
                <a:latin typeface="+mn-lt"/>
                <a:ea typeface="+mn-ea"/>
                <a:cs typeface="+mn-cs"/>
              </a:defRPr>
            </a:lvl2pPr>
            <a:lvl3pPr marL="809625" indent="-266700" algn="l" defTabSz="914400" rtl="0" eaLnBrk="1" latinLnBrk="0" hangingPunct="1">
              <a:lnSpc>
                <a:spcPct val="90000"/>
              </a:lnSpc>
              <a:spcBef>
                <a:spcPts val="500"/>
              </a:spcBef>
              <a:buClr>
                <a:schemeClr val="accent4"/>
              </a:buClr>
              <a:buFont typeface="Wingdings" panose="05000000000000000000" pitchFamily="2" charset="2"/>
              <a:buChar char="§"/>
              <a:defRPr sz="1600" kern="1200">
                <a:solidFill>
                  <a:schemeClr val="tx1">
                    <a:lumMod val="75000"/>
                    <a:lumOff val="25000"/>
                  </a:schemeClr>
                </a:solidFill>
                <a:latin typeface="+mn-lt"/>
                <a:ea typeface="+mn-ea"/>
                <a:cs typeface="+mn-cs"/>
              </a:defRPr>
            </a:lvl3pPr>
            <a:lvl4pPr marL="1076325" indent="-266700" algn="l" defTabSz="914400" rtl="0" eaLnBrk="1" latinLnBrk="0" hangingPunct="1">
              <a:lnSpc>
                <a:spcPct val="90000"/>
              </a:lnSpc>
              <a:spcBef>
                <a:spcPts val="500"/>
              </a:spcBef>
              <a:buClr>
                <a:schemeClr val="accent4"/>
              </a:buClr>
              <a:buFont typeface="Wingdings" panose="05000000000000000000" pitchFamily="2" charset="2"/>
              <a:buChar char="§"/>
              <a:defRPr sz="1600" kern="1200">
                <a:solidFill>
                  <a:schemeClr val="tx1">
                    <a:lumMod val="75000"/>
                    <a:lumOff val="25000"/>
                  </a:schemeClr>
                </a:solidFill>
                <a:latin typeface="+mn-lt"/>
                <a:ea typeface="+mn-ea"/>
                <a:cs typeface="+mn-cs"/>
              </a:defRPr>
            </a:lvl4pPr>
            <a:lvl5pPr marL="1343025" indent="-266700" algn="l" defTabSz="914400" rtl="0" eaLnBrk="1" latinLnBrk="0" hangingPunct="1">
              <a:lnSpc>
                <a:spcPct val="90000"/>
              </a:lnSpc>
              <a:spcBef>
                <a:spcPts val="500"/>
              </a:spcBef>
              <a:buClr>
                <a:schemeClr val="accent4"/>
              </a:buClr>
              <a:buFont typeface="Wingdings" panose="05000000000000000000" pitchFamily="2" charset="2"/>
              <a:buChar char="§"/>
              <a:defRPr sz="16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Wingdings" panose="05000000000000000000" pitchFamily="2" charset="2"/>
              <a:buNone/>
            </a:pPr>
            <a:endParaRPr lang="en-US" dirty="0"/>
          </a:p>
        </p:txBody>
      </p:sp>
      <p:sp>
        <p:nvSpPr>
          <p:cNvPr id="7" name="Text Placeholder 1">
            <a:extLst>
              <a:ext uri="{FF2B5EF4-FFF2-40B4-BE49-F238E27FC236}">
                <a16:creationId xmlns:a16="http://schemas.microsoft.com/office/drawing/2014/main" id="{91B1C5AE-7942-7462-04EF-A4D6329B49D5}"/>
              </a:ext>
            </a:extLst>
          </p:cNvPr>
          <p:cNvSpPr txBox="1">
            <a:spLocks/>
          </p:cNvSpPr>
          <p:nvPr/>
        </p:nvSpPr>
        <p:spPr>
          <a:xfrm>
            <a:off x="6258213" y="3094349"/>
            <a:ext cx="9583057" cy="469900"/>
          </a:xfrm>
          <a:prstGeom prst="rect">
            <a:avLst/>
          </a:prstGeom>
        </p:spPr>
        <p:txBody>
          <a:bodyPr/>
          <a:lstStyle>
            <a:lvl1pPr marL="266700" indent="-266700" algn="l" defTabSz="914400" rtl="0" eaLnBrk="1" latinLnBrk="0" hangingPunct="1">
              <a:lnSpc>
                <a:spcPct val="90000"/>
              </a:lnSpc>
              <a:spcBef>
                <a:spcPts val="1000"/>
              </a:spcBef>
              <a:buClr>
                <a:schemeClr val="accent4"/>
              </a:buClr>
              <a:buFont typeface="Wingdings" panose="05000000000000000000" pitchFamily="2" charset="2"/>
              <a:buChar char="§"/>
              <a:defRPr sz="2000" kern="1200">
                <a:solidFill>
                  <a:schemeClr val="tx1">
                    <a:lumMod val="75000"/>
                    <a:lumOff val="25000"/>
                  </a:schemeClr>
                </a:solidFill>
                <a:latin typeface="+mn-lt"/>
                <a:ea typeface="+mn-ea"/>
                <a:cs typeface="+mn-cs"/>
              </a:defRPr>
            </a:lvl1pPr>
            <a:lvl2pPr marL="542925" indent="-276225" algn="l" defTabSz="914400" rtl="0" eaLnBrk="1" latinLnBrk="0" hangingPunct="1">
              <a:lnSpc>
                <a:spcPct val="90000"/>
              </a:lnSpc>
              <a:spcBef>
                <a:spcPts val="500"/>
              </a:spcBef>
              <a:buClr>
                <a:schemeClr val="accent4"/>
              </a:buClr>
              <a:buFont typeface="Wingdings" panose="05000000000000000000" pitchFamily="2" charset="2"/>
              <a:buChar char="§"/>
              <a:defRPr sz="1800" kern="1200">
                <a:solidFill>
                  <a:schemeClr val="tx1">
                    <a:lumMod val="75000"/>
                    <a:lumOff val="25000"/>
                  </a:schemeClr>
                </a:solidFill>
                <a:latin typeface="+mn-lt"/>
                <a:ea typeface="+mn-ea"/>
                <a:cs typeface="+mn-cs"/>
              </a:defRPr>
            </a:lvl2pPr>
            <a:lvl3pPr marL="809625" indent="-266700" algn="l" defTabSz="914400" rtl="0" eaLnBrk="1" latinLnBrk="0" hangingPunct="1">
              <a:lnSpc>
                <a:spcPct val="90000"/>
              </a:lnSpc>
              <a:spcBef>
                <a:spcPts val="500"/>
              </a:spcBef>
              <a:buClr>
                <a:schemeClr val="accent4"/>
              </a:buClr>
              <a:buFont typeface="Wingdings" panose="05000000000000000000" pitchFamily="2" charset="2"/>
              <a:buChar char="§"/>
              <a:defRPr sz="1600" kern="1200">
                <a:solidFill>
                  <a:schemeClr val="tx1">
                    <a:lumMod val="75000"/>
                    <a:lumOff val="25000"/>
                  </a:schemeClr>
                </a:solidFill>
                <a:latin typeface="+mn-lt"/>
                <a:ea typeface="+mn-ea"/>
                <a:cs typeface="+mn-cs"/>
              </a:defRPr>
            </a:lvl3pPr>
            <a:lvl4pPr marL="1076325" indent="-266700" algn="l" defTabSz="914400" rtl="0" eaLnBrk="1" latinLnBrk="0" hangingPunct="1">
              <a:lnSpc>
                <a:spcPct val="90000"/>
              </a:lnSpc>
              <a:spcBef>
                <a:spcPts val="500"/>
              </a:spcBef>
              <a:buClr>
                <a:schemeClr val="accent4"/>
              </a:buClr>
              <a:buFont typeface="Wingdings" panose="05000000000000000000" pitchFamily="2" charset="2"/>
              <a:buChar char="§"/>
              <a:defRPr sz="1600" kern="1200">
                <a:solidFill>
                  <a:schemeClr val="tx1">
                    <a:lumMod val="75000"/>
                    <a:lumOff val="25000"/>
                  </a:schemeClr>
                </a:solidFill>
                <a:latin typeface="+mn-lt"/>
                <a:ea typeface="+mn-ea"/>
                <a:cs typeface="+mn-cs"/>
              </a:defRPr>
            </a:lvl4pPr>
            <a:lvl5pPr marL="1343025" indent="-266700" algn="l" defTabSz="914400" rtl="0" eaLnBrk="1" latinLnBrk="0" hangingPunct="1">
              <a:lnSpc>
                <a:spcPct val="90000"/>
              </a:lnSpc>
              <a:spcBef>
                <a:spcPts val="500"/>
              </a:spcBef>
              <a:buClr>
                <a:schemeClr val="accent4"/>
              </a:buClr>
              <a:buFont typeface="Wingdings" panose="05000000000000000000" pitchFamily="2" charset="2"/>
              <a:buChar char="§"/>
              <a:defRPr sz="16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Wingdings" panose="05000000000000000000" pitchFamily="2" charset="2"/>
              <a:buNone/>
            </a:pPr>
            <a:r>
              <a:rPr lang="en-US" b="1" dirty="0"/>
              <a:t>Parent Pays                     100k </a:t>
            </a:r>
            <a:br>
              <a:rPr lang="en-US" b="1" dirty="0"/>
            </a:br>
            <a:r>
              <a:rPr lang="en-US" b="1" u="sng" dirty="0"/>
              <a:t>Subsidiary Net Assets is 80K</a:t>
            </a:r>
            <a:br>
              <a:rPr lang="en-US" b="1" dirty="0"/>
            </a:br>
            <a:r>
              <a:rPr lang="en-US" b="1" dirty="0"/>
              <a:t>Goodwill                          20K</a:t>
            </a:r>
          </a:p>
        </p:txBody>
      </p:sp>
      <p:pic>
        <p:nvPicPr>
          <p:cNvPr id="3" name="Picture 2" descr="Jollibee - Wikipedia">
            <a:extLst>
              <a:ext uri="{FF2B5EF4-FFF2-40B4-BE49-F238E27FC236}">
                <a16:creationId xmlns:a16="http://schemas.microsoft.com/office/drawing/2014/main" id="{610AF7E7-3C0F-AAB4-02BA-64B27B2C786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5015" y="3433576"/>
            <a:ext cx="1494290" cy="1465123"/>
          </a:xfrm>
          <a:prstGeom prst="rect">
            <a:avLst/>
          </a:prstGeom>
          <a:noFill/>
          <a:extLst>
            <a:ext uri="{909E8E84-426E-40DD-AFC4-6F175D3DCCD1}">
              <a14:hiddenFill xmlns:a14="http://schemas.microsoft.com/office/drawing/2010/main">
                <a:solidFill>
                  <a:srgbClr val="FFFFFF"/>
                </a:solidFill>
              </a14:hiddenFill>
            </a:ext>
          </a:extLst>
        </p:spPr>
      </p:pic>
      <p:cxnSp>
        <p:nvCxnSpPr>
          <p:cNvPr id="8" name="Straight Arrow Connector 7">
            <a:extLst>
              <a:ext uri="{FF2B5EF4-FFF2-40B4-BE49-F238E27FC236}">
                <a16:creationId xmlns:a16="http://schemas.microsoft.com/office/drawing/2014/main" id="{BEC48958-8DE2-6C89-B6AD-FF9EF3322BB3}"/>
              </a:ext>
            </a:extLst>
          </p:cNvPr>
          <p:cNvCxnSpPr>
            <a:cxnSpLocks/>
          </p:cNvCxnSpPr>
          <p:nvPr/>
        </p:nvCxnSpPr>
        <p:spPr>
          <a:xfrm>
            <a:off x="2525950" y="4093396"/>
            <a:ext cx="1504238"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pic>
        <p:nvPicPr>
          <p:cNvPr id="9" name="Picture 8">
            <a:extLst>
              <a:ext uri="{FF2B5EF4-FFF2-40B4-BE49-F238E27FC236}">
                <a16:creationId xmlns:a16="http://schemas.microsoft.com/office/drawing/2014/main" id="{0FCE274D-4B42-7264-F99C-B2EBE9EECFA7}"/>
              </a:ext>
            </a:extLst>
          </p:cNvPr>
          <p:cNvPicPr>
            <a:picLocks noChangeAspect="1"/>
          </p:cNvPicPr>
          <p:nvPr/>
        </p:nvPicPr>
        <p:blipFill>
          <a:blip r:embed="rId5"/>
          <a:stretch>
            <a:fillRect/>
          </a:stretch>
        </p:blipFill>
        <p:spPr>
          <a:xfrm>
            <a:off x="4030188" y="3458693"/>
            <a:ext cx="1314676" cy="1496776"/>
          </a:xfrm>
          <a:prstGeom prst="rect">
            <a:avLst/>
          </a:prstGeom>
        </p:spPr>
      </p:pic>
      <p:sp>
        <p:nvSpPr>
          <p:cNvPr id="11" name="TextBox 10">
            <a:extLst>
              <a:ext uri="{FF2B5EF4-FFF2-40B4-BE49-F238E27FC236}">
                <a16:creationId xmlns:a16="http://schemas.microsoft.com/office/drawing/2014/main" id="{E9D11686-793C-16B7-C69B-3722D1D7F086}"/>
              </a:ext>
            </a:extLst>
          </p:cNvPr>
          <p:cNvSpPr txBox="1"/>
          <p:nvPr/>
        </p:nvSpPr>
        <p:spPr>
          <a:xfrm>
            <a:off x="2789960" y="3702165"/>
            <a:ext cx="6182590" cy="369332"/>
          </a:xfrm>
          <a:prstGeom prst="rect">
            <a:avLst/>
          </a:prstGeom>
          <a:noFill/>
        </p:spPr>
        <p:txBody>
          <a:bodyPr wrap="square">
            <a:spAutoFit/>
          </a:bodyPr>
          <a:lstStyle/>
          <a:p>
            <a:r>
              <a:rPr lang="en-US" b="1" dirty="0"/>
              <a:t>100%</a:t>
            </a:r>
          </a:p>
        </p:txBody>
      </p:sp>
      <p:cxnSp>
        <p:nvCxnSpPr>
          <p:cNvPr id="12" name="Straight Arrow Connector 11">
            <a:extLst>
              <a:ext uri="{FF2B5EF4-FFF2-40B4-BE49-F238E27FC236}">
                <a16:creationId xmlns:a16="http://schemas.microsoft.com/office/drawing/2014/main" id="{639C83E1-743D-25EC-B211-4B2B3D3C9B04}"/>
              </a:ext>
            </a:extLst>
          </p:cNvPr>
          <p:cNvCxnSpPr>
            <a:cxnSpLocks/>
            <a:endCxn id="14" idx="1"/>
          </p:cNvCxnSpPr>
          <p:nvPr/>
        </p:nvCxnSpPr>
        <p:spPr>
          <a:xfrm flipV="1">
            <a:off x="5343881" y="3582923"/>
            <a:ext cx="914332" cy="506387"/>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4" name="Rectangle 13">
            <a:extLst>
              <a:ext uri="{FF2B5EF4-FFF2-40B4-BE49-F238E27FC236}">
                <a16:creationId xmlns:a16="http://schemas.microsoft.com/office/drawing/2014/main" id="{47EEFDE4-BC95-B84D-40BE-479DD69F1325}"/>
              </a:ext>
            </a:extLst>
          </p:cNvPr>
          <p:cNvSpPr/>
          <p:nvPr/>
        </p:nvSpPr>
        <p:spPr>
          <a:xfrm>
            <a:off x="6258213" y="3094349"/>
            <a:ext cx="2995559" cy="977148"/>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sp>
        <p:nvSpPr>
          <p:cNvPr id="16" name="TextBox 15">
            <a:extLst>
              <a:ext uri="{FF2B5EF4-FFF2-40B4-BE49-F238E27FC236}">
                <a16:creationId xmlns:a16="http://schemas.microsoft.com/office/drawing/2014/main" id="{3A3A18D6-A8B4-3903-0458-E6F0209D2082}"/>
              </a:ext>
            </a:extLst>
          </p:cNvPr>
          <p:cNvSpPr txBox="1"/>
          <p:nvPr/>
        </p:nvSpPr>
        <p:spPr>
          <a:xfrm>
            <a:off x="5953991" y="5049982"/>
            <a:ext cx="184731" cy="369332"/>
          </a:xfrm>
          <a:prstGeom prst="rect">
            <a:avLst/>
          </a:prstGeom>
          <a:noFill/>
        </p:spPr>
        <p:txBody>
          <a:bodyPr wrap="none" rtlCol="0">
            <a:spAutoFit/>
          </a:bodyPr>
          <a:lstStyle/>
          <a:p>
            <a:endParaRPr lang="en-US" dirty="0"/>
          </a:p>
        </p:txBody>
      </p:sp>
      <p:sp>
        <p:nvSpPr>
          <p:cNvPr id="17" name="TextBox 16">
            <a:extLst>
              <a:ext uri="{FF2B5EF4-FFF2-40B4-BE49-F238E27FC236}">
                <a16:creationId xmlns:a16="http://schemas.microsoft.com/office/drawing/2014/main" id="{FC621FFF-382B-5BE8-29DC-96C2F568204C}"/>
              </a:ext>
            </a:extLst>
          </p:cNvPr>
          <p:cNvSpPr txBox="1"/>
          <p:nvPr/>
        </p:nvSpPr>
        <p:spPr>
          <a:xfrm>
            <a:off x="6096000" y="4309138"/>
            <a:ext cx="5202986" cy="646331"/>
          </a:xfrm>
          <a:prstGeom prst="rect">
            <a:avLst/>
          </a:prstGeom>
          <a:noFill/>
        </p:spPr>
        <p:txBody>
          <a:bodyPr wrap="square" rtlCol="0">
            <a:spAutoFit/>
          </a:bodyPr>
          <a:lstStyle/>
          <a:p>
            <a:r>
              <a:rPr lang="en-US" b="1" dirty="0">
                <a:solidFill>
                  <a:srgbClr val="C00000"/>
                </a:solidFill>
              </a:rPr>
              <a:t>Net Assets is Subsidiary Assets Less Liabilities</a:t>
            </a:r>
            <a:br>
              <a:rPr lang="en-US" b="1" dirty="0">
                <a:solidFill>
                  <a:srgbClr val="C00000"/>
                </a:solidFill>
              </a:rPr>
            </a:br>
            <a:r>
              <a:rPr lang="en-US" b="1" dirty="0">
                <a:solidFill>
                  <a:srgbClr val="C00000"/>
                </a:solidFill>
              </a:rPr>
              <a:t>*Note that Assets must be identifiable</a:t>
            </a:r>
          </a:p>
        </p:txBody>
      </p:sp>
    </p:spTree>
    <p:extLst>
      <p:ext uri="{BB962C8B-B14F-4D97-AF65-F5344CB8AC3E}">
        <p14:creationId xmlns:p14="http://schemas.microsoft.com/office/powerpoint/2010/main" val="33526613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anim calcmode="lin" valueType="num">
                                      <p:cBhvr>
                                        <p:cTn id="8"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6">
                                            <p:txEl>
                                              <p:pRg st="0" end="0"/>
                                            </p:txEl>
                                          </p:spTgt>
                                        </p:tgtEl>
                                        <p:attrNameLst>
                                          <p:attrName>style.visibility</p:attrName>
                                        </p:attrNameLst>
                                      </p:cBhvr>
                                      <p:to>
                                        <p:strVal val="visible"/>
                                      </p:to>
                                    </p:set>
                                    <p:animEffect transition="in" filter="fade">
                                      <p:cBhvr>
                                        <p:cTn id="14" dur="1000"/>
                                        <p:tgtEl>
                                          <p:spTgt spid="6">
                                            <p:txEl>
                                              <p:pRg st="0" end="0"/>
                                            </p:txEl>
                                          </p:spTgt>
                                        </p:tgtEl>
                                      </p:cBhvr>
                                    </p:animEffect>
                                    <p:anim calcmode="lin" valueType="num">
                                      <p:cBhvr>
                                        <p:cTn id="15"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3"/>
                                        </p:tgtEl>
                                        <p:attrNameLst>
                                          <p:attrName>style.visibility</p:attrName>
                                        </p:attrNameLst>
                                      </p:cBhvr>
                                      <p:to>
                                        <p:strVal val="visible"/>
                                      </p:to>
                                    </p:set>
                                    <p:anim calcmode="lin" valueType="num">
                                      <p:cBhvr additive="base">
                                        <p:cTn id="21" dur="500" fill="hold"/>
                                        <p:tgtEl>
                                          <p:spTgt spid="3"/>
                                        </p:tgtEl>
                                        <p:attrNameLst>
                                          <p:attrName>ppt_x</p:attrName>
                                        </p:attrNameLst>
                                      </p:cBhvr>
                                      <p:tavLst>
                                        <p:tav tm="0">
                                          <p:val>
                                            <p:strVal val="#ppt_x"/>
                                          </p:val>
                                        </p:tav>
                                        <p:tav tm="100000">
                                          <p:val>
                                            <p:strVal val="#ppt_x"/>
                                          </p:val>
                                        </p:tav>
                                      </p:tavLst>
                                    </p:anim>
                                    <p:anim calcmode="lin" valueType="num">
                                      <p:cBhvr additive="base">
                                        <p:cTn id="22"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 calcmode="lin" valueType="num">
                                      <p:cBhvr additive="base">
                                        <p:cTn id="27" dur="500" fill="hold"/>
                                        <p:tgtEl>
                                          <p:spTgt spid="8"/>
                                        </p:tgtEl>
                                        <p:attrNameLst>
                                          <p:attrName>ppt_x</p:attrName>
                                        </p:attrNameLst>
                                      </p:cBhvr>
                                      <p:tavLst>
                                        <p:tav tm="0">
                                          <p:val>
                                            <p:strVal val="#ppt_x"/>
                                          </p:val>
                                        </p:tav>
                                        <p:tav tm="100000">
                                          <p:val>
                                            <p:strVal val="#ppt_x"/>
                                          </p:val>
                                        </p:tav>
                                      </p:tavLst>
                                    </p:anim>
                                    <p:anim calcmode="lin" valueType="num">
                                      <p:cBhvr additive="base">
                                        <p:cTn id="2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11"/>
                                        </p:tgtEl>
                                        <p:attrNameLst>
                                          <p:attrName>style.visibility</p:attrName>
                                        </p:attrNameLst>
                                      </p:cBhvr>
                                      <p:to>
                                        <p:strVal val="visible"/>
                                      </p:to>
                                    </p:set>
                                    <p:anim calcmode="lin" valueType="num">
                                      <p:cBhvr additive="base">
                                        <p:cTn id="33" dur="500" fill="hold"/>
                                        <p:tgtEl>
                                          <p:spTgt spid="11"/>
                                        </p:tgtEl>
                                        <p:attrNameLst>
                                          <p:attrName>ppt_x</p:attrName>
                                        </p:attrNameLst>
                                      </p:cBhvr>
                                      <p:tavLst>
                                        <p:tav tm="0">
                                          <p:val>
                                            <p:strVal val="#ppt_x"/>
                                          </p:val>
                                        </p:tav>
                                        <p:tav tm="100000">
                                          <p:val>
                                            <p:strVal val="#ppt_x"/>
                                          </p:val>
                                        </p:tav>
                                      </p:tavLst>
                                    </p:anim>
                                    <p:anim calcmode="lin" valueType="num">
                                      <p:cBhvr additive="base">
                                        <p:cTn id="34"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9"/>
                                        </p:tgtEl>
                                        <p:attrNameLst>
                                          <p:attrName>style.visibility</p:attrName>
                                        </p:attrNameLst>
                                      </p:cBhvr>
                                      <p:to>
                                        <p:strVal val="visible"/>
                                      </p:to>
                                    </p:set>
                                    <p:anim calcmode="lin" valueType="num">
                                      <p:cBhvr additive="base">
                                        <p:cTn id="39" dur="500" fill="hold"/>
                                        <p:tgtEl>
                                          <p:spTgt spid="9"/>
                                        </p:tgtEl>
                                        <p:attrNameLst>
                                          <p:attrName>ppt_x</p:attrName>
                                        </p:attrNameLst>
                                      </p:cBhvr>
                                      <p:tavLst>
                                        <p:tav tm="0">
                                          <p:val>
                                            <p:strVal val="#ppt_x"/>
                                          </p:val>
                                        </p:tav>
                                        <p:tav tm="100000">
                                          <p:val>
                                            <p:strVal val="#ppt_x"/>
                                          </p:val>
                                        </p:tav>
                                      </p:tavLst>
                                    </p:anim>
                                    <p:anim calcmode="lin" valueType="num">
                                      <p:cBhvr additive="base">
                                        <p:cTn id="40"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nodeType="clickEffect">
                                  <p:stCondLst>
                                    <p:cond delay="0"/>
                                  </p:stCondLst>
                                  <p:childTnLst>
                                    <p:set>
                                      <p:cBhvr>
                                        <p:cTn id="44" dur="1" fill="hold">
                                          <p:stCondLst>
                                            <p:cond delay="0"/>
                                          </p:stCondLst>
                                        </p:cTn>
                                        <p:tgtEl>
                                          <p:spTgt spid="12"/>
                                        </p:tgtEl>
                                        <p:attrNameLst>
                                          <p:attrName>style.visibility</p:attrName>
                                        </p:attrNameLst>
                                      </p:cBhvr>
                                      <p:to>
                                        <p:strVal val="visible"/>
                                      </p:to>
                                    </p:set>
                                    <p:anim calcmode="lin" valueType="num">
                                      <p:cBhvr additive="base">
                                        <p:cTn id="45" dur="500" fill="hold"/>
                                        <p:tgtEl>
                                          <p:spTgt spid="12"/>
                                        </p:tgtEl>
                                        <p:attrNameLst>
                                          <p:attrName>ppt_x</p:attrName>
                                        </p:attrNameLst>
                                      </p:cBhvr>
                                      <p:tavLst>
                                        <p:tav tm="0">
                                          <p:val>
                                            <p:strVal val="#ppt_x"/>
                                          </p:val>
                                        </p:tav>
                                        <p:tav tm="100000">
                                          <p:val>
                                            <p:strVal val="#ppt_x"/>
                                          </p:val>
                                        </p:tav>
                                      </p:tavLst>
                                    </p:anim>
                                    <p:anim calcmode="lin" valueType="num">
                                      <p:cBhvr additive="base">
                                        <p:cTn id="46"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42" presetClass="entr" presetSubtype="0" fill="hold" grpId="0" nodeType="clickEffect">
                                  <p:stCondLst>
                                    <p:cond delay="0"/>
                                  </p:stCondLst>
                                  <p:childTnLst>
                                    <p:set>
                                      <p:cBhvr>
                                        <p:cTn id="50" dur="1" fill="hold">
                                          <p:stCondLst>
                                            <p:cond delay="0"/>
                                          </p:stCondLst>
                                        </p:cTn>
                                        <p:tgtEl>
                                          <p:spTgt spid="7">
                                            <p:txEl>
                                              <p:pRg st="0" end="0"/>
                                            </p:txEl>
                                          </p:spTgt>
                                        </p:tgtEl>
                                        <p:attrNameLst>
                                          <p:attrName>style.visibility</p:attrName>
                                        </p:attrNameLst>
                                      </p:cBhvr>
                                      <p:to>
                                        <p:strVal val="visible"/>
                                      </p:to>
                                    </p:set>
                                    <p:animEffect transition="in" filter="fade">
                                      <p:cBhvr>
                                        <p:cTn id="51" dur="1000"/>
                                        <p:tgtEl>
                                          <p:spTgt spid="7">
                                            <p:txEl>
                                              <p:pRg st="0" end="0"/>
                                            </p:txEl>
                                          </p:spTgt>
                                        </p:tgtEl>
                                      </p:cBhvr>
                                    </p:animEffect>
                                    <p:anim calcmode="lin" valueType="num">
                                      <p:cBhvr>
                                        <p:cTn id="52"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53"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2" presetClass="entr" presetSubtype="4" fill="hold" grpId="0" nodeType="clickEffect">
                                  <p:stCondLst>
                                    <p:cond delay="0"/>
                                  </p:stCondLst>
                                  <p:childTnLst>
                                    <p:set>
                                      <p:cBhvr>
                                        <p:cTn id="57" dur="1" fill="hold">
                                          <p:stCondLst>
                                            <p:cond delay="0"/>
                                          </p:stCondLst>
                                        </p:cTn>
                                        <p:tgtEl>
                                          <p:spTgt spid="14"/>
                                        </p:tgtEl>
                                        <p:attrNameLst>
                                          <p:attrName>style.visibility</p:attrName>
                                        </p:attrNameLst>
                                      </p:cBhvr>
                                      <p:to>
                                        <p:strVal val="visible"/>
                                      </p:to>
                                    </p:set>
                                    <p:anim calcmode="lin" valueType="num">
                                      <p:cBhvr additive="base">
                                        <p:cTn id="58" dur="500" fill="hold"/>
                                        <p:tgtEl>
                                          <p:spTgt spid="14"/>
                                        </p:tgtEl>
                                        <p:attrNameLst>
                                          <p:attrName>ppt_x</p:attrName>
                                        </p:attrNameLst>
                                      </p:cBhvr>
                                      <p:tavLst>
                                        <p:tav tm="0">
                                          <p:val>
                                            <p:strVal val="#ppt_x"/>
                                          </p:val>
                                        </p:tav>
                                        <p:tav tm="100000">
                                          <p:val>
                                            <p:strVal val="#ppt_x"/>
                                          </p:val>
                                        </p:tav>
                                      </p:tavLst>
                                    </p:anim>
                                    <p:anim calcmode="lin" valueType="num">
                                      <p:cBhvr additive="base">
                                        <p:cTn id="59"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60" fill="hold">
                      <p:stCondLst>
                        <p:cond delay="indefinite"/>
                      </p:stCondLst>
                      <p:childTnLst>
                        <p:par>
                          <p:cTn id="61" fill="hold">
                            <p:stCondLst>
                              <p:cond delay="0"/>
                            </p:stCondLst>
                            <p:childTnLst>
                              <p:par>
                                <p:cTn id="62" presetID="2" presetClass="entr" presetSubtype="4" fill="hold" grpId="0" nodeType="clickEffect">
                                  <p:stCondLst>
                                    <p:cond delay="0"/>
                                  </p:stCondLst>
                                  <p:childTnLst>
                                    <p:set>
                                      <p:cBhvr>
                                        <p:cTn id="63" dur="1" fill="hold">
                                          <p:stCondLst>
                                            <p:cond delay="0"/>
                                          </p:stCondLst>
                                        </p:cTn>
                                        <p:tgtEl>
                                          <p:spTgt spid="17"/>
                                        </p:tgtEl>
                                        <p:attrNameLst>
                                          <p:attrName>style.visibility</p:attrName>
                                        </p:attrNameLst>
                                      </p:cBhvr>
                                      <p:to>
                                        <p:strVal val="visible"/>
                                      </p:to>
                                    </p:set>
                                    <p:anim calcmode="lin" valueType="num">
                                      <p:cBhvr additive="base">
                                        <p:cTn id="64" dur="500" fill="hold"/>
                                        <p:tgtEl>
                                          <p:spTgt spid="17"/>
                                        </p:tgtEl>
                                        <p:attrNameLst>
                                          <p:attrName>ppt_x</p:attrName>
                                        </p:attrNameLst>
                                      </p:cBhvr>
                                      <p:tavLst>
                                        <p:tav tm="0">
                                          <p:val>
                                            <p:strVal val="#ppt_x"/>
                                          </p:val>
                                        </p:tav>
                                        <p:tav tm="100000">
                                          <p:val>
                                            <p:strVal val="#ppt_x"/>
                                          </p:val>
                                        </p:tav>
                                      </p:tavLst>
                                    </p:anim>
                                    <p:anim calcmode="lin" valueType="num">
                                      <p:cBhvr additive="base">
                                        <p:cTn id="65"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6" grpId="0" build="p"/>
      <p:bldP spid="7" grpId="0" build="p"/>
      <p:bldP spid="11" grpId="0"/>
      <p:bldP spid="14" grpId="0" animBg="1"/>
      <p:bldP spid="17"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7577A6-7205-0DFC-B038-A0EEBC72478B}"/>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25349C8D-5B1B-8E75-62DC-1D7B83373D40}"/>
              </a:ext>
            </a:extLst>
          </p:cNvPr>
          <p:cNvSpPr>
            <a:spLocks noGrp="1"/>
          </p:cNvSpPr>
          <p:nvPr>
            <p:ph type="body" sz="quarter" idx="12"/>
          </p:nvPr>
        </p:nvSpPr>
        <p:spPr>
          <a:xfrm>
            <a:off x="660399" y="2029255"/>
            <a:ext cx="11195628" cy="469900"/>
          </a:xfrm>
        </p:spPr>
        <p:txBody>
          <a:bodyPr/>
          <a:lstStyle/>
          <a:p>
            <a:pPr marL="0" indent="0">
              <a:buNone/>
            </a:pPr>
            <a:r>
              <a:rPr lang="en-US" b="1" dirty="0"/>
              <a:t>Goodwill in accounting is an </a:t>
            </a:r>
            <a:r>
              <a:rPr lang="en-US" b="1" dirty="0">
                <a:solidFill>
                  <a:srgbClr val="C00000"/>
                </a:solidFill>
                <a:hlinkClick r:id="rId2">
                  <a:extLst>
                    <a:ext uri="{A12FA001-AC4F-418D-AE19-62706E023703}">
                      <ahyp:hlinkClr xmlns:ahyp="http://schemas.microsoft.com/office/drawing/2018/hyperlinkcolor" val="tx"/>
                    </a:ext>
                  </a:extLst>
                </a:hlinkClick>
              </a:rPr>
              <a:t>intangible asset</a:t>
            </a:r>
            <a:r>
              <a:rPr lang="en-US" b="1" dirty="0">
                <a:solidFill>
                  <a:srgbClr val="C00000"/>
                </a:solidFill>
              </a:rPr>
              <a:t> </a:t>
            </a:r>
            <a:r>
              <a:rPr lang="en-US" b="1" dirty="0"/>
              <a:t>recognized when one company acquires another for a price higher than the fair market value of its net identifiable assets. It represents non-physical value factors such as brand reputation, customer loyalty, and proprietary technology. Recorded on the buyer's balance sheet, it is not amortized but tested annually for impairment. </a:t>
            </a:r>
          </a:p>
        </p:txBody>
      </p:sp>
      <p:sp>
        <p:nvSpPr>
          <p:cNvPr id="4" name="Title 3">
            <a:extLst>
              <a:ext uri="{FF2B5EF4-FFF2-40B4-BE49-F238E27FC236}">
                <a16:creationId xmlns:a16="http://schemas.microsoft.com/office/drawing/2014/main" id="{55A6BB9A-EAA3-543F-0E77-66EC38FD0106}"/>
              </a:ext>
            </a:extLst>
          </p:cNvPr>
          <p:cNvSpPr>
            <a:spLocks noGrp="1"/>
          </p:cNvSpPr>
          <p:nvPr>
            <p:ph type="title"/>
          </p:nvPr>
        </p:nvSpPr>
        <p:spPr>
          <a:xfrm>
            <a:off x="660399" y="918720"/>
            <a:ext cx="11705771" cy="830997"/>
          </a:xfrm>
        </p:spPr>
        <p:txBody>
          <a:bodyPr/>
          <a:lstStyle/>
          <a:p>
            <a:r>
              <a:rPr lang="en-US" dirty="0"/>
              <a:t>Computation of Gain on Bargain Purchase</a:t>
            </a:r>
          </a:p>
        </p:txBody>
      </p:sp>
      <p:pic>
        <p:nvPicPr>
          <p:cNvPr id="5" name="Picture 4" descr="eLearning">
            <a:extLst>
              <a:ext uri="{FF2B5EF4-FFF2-40B4-BE49-F238E27FC236}">
                <a16:creationId xmlns:a16="http://schemas.microsoft.com/office/drawing/2014/main" id="{9764777B-64D8-6F6E-96B3-4A89025B2B3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3717" y="5578997"/>
            <a:ext cx="2096886" cy="1200439"/>
          </a:xfrm>
          <a:prstGeom prst="rect">
            <a:avLst/>
          </a:prstGeom>
          <a:noFill/>
          <a:extLst>
            <a:ext uri="{909E8E84-426E-40DD-AFC4-6F175D3DCCD1}">
              <a14:hiddenFill xmlns:a14="http://schemas.microsoft.com/office/drawing/2010/main">
                <a:solidFill>
                  <a:srgbClr val="FFFFFF"/>
                </a:solidFill>
              </a14:hiddenFill>
            </a:ext>
          </a:extLst>
        </p:spPr>
      </p:pic>
      <p:sp>
        <p:nvSpPr>
          <p:cNvPr id="6" name="Text Placeholder 1">
            <a:extLst>
              <a:ext uri="{FF2B5EF4-FFF2-40B4-BE49-F238E27FC236}">
                <a16:creationId xmlns:a16="http://schemas.microsoft.com/office/drawing/2014/main" id="{348BB3EC-7558-02BF-5FAD-D631775016C7}"/>
              </a:ext>
            </a:extLst>
          </p:cNvPr>
          <p:cNvSpPr txBox="1">
            <a:spLocks/>
          </p:cNvSpPr>
          <p:nvPr/>
        </p:nvSpPr>
        <p:spPr>
          <a:xfrm>
            <a:off x="660399" y="2592511"/>
            <a:ext cx="9583057" cy="469900"/>
          </a:xfrm>
          <a:prstGeom prst="rect">
            <a:avLst/>
          </a:prstGeom>
        </p:spPr>
        <p:txBody>
          <a:bodyPr/>
          <a:lstStyle>
            <a:lvl1pPr marL="266700" indent="-266700" algn="l" defTabSz="914400" rtl="0" eaLnBrk="1" latinLnBrk="0" hangingPunct="1">
              <a:lnSpc>
                <a:spcPct val="90000"/>
              </a:lnSpc>
              <a:spcBef>
                <a:spcPts val="1000"/>
              </a:spcBef>
              <a:buClr>
                <a:schemeClr val="accent4"/>
              </a:buClr>
              <a:buFont typeface="Wingdings" panose="05000000000000000000" pitchFamily="2" charset="2"/>
              <a:buChar char="§"/>
              <a:defRPr sz="2000" kern="1200">
                <a:solidFill>
                  <a:schemeClr val="tx1">
                    <a:lumMod val="75000"/>
                    <a:lumOff val="25000"/>
                  </a:schemeClr>
                </a:solidFill>
                <a:latin typeface="+mn-lt"/>
                <a:ea typeface="+mn-ea"/>
                <a:cs typeface="+mn-cs"/>
              </a:defRPr>
            </a:lvl1pPr>
            <a:lvl2pPr marL="542925" indent="-276225" algn="l" defTabSz="914400" rtl="0" eaLnBrk="1" latinLnBrk="0" hangingPunct="1">
              <a:lnSpc>
                <a:spcPct val="90000"/>
              </a:lnSpc>
              <a:spcBef>
                <a:spcPts val="500"/>
              </a:spcBef>
              <a:buClr>
                <a:schemeClr val="accent4"/>
              </a:buClr>
              <a:buFont typeface="Wingdings" panose="05000000000000000000" pitchFamily="2" charset="2"/>
              <a:buChar char="§"/>
              <a:defRPr sz="1800" kern="1200">
                <a:solidFill>
                  <a:schemeClr val="tx1">
                    <a:lumMod val="75000"/>
                    <a:lumOff val="25000"/>
                  </a:schemeClr>
                </a:solidFill>
                <a:latin typeface="+mn-lt"/>
                <a:ea typeface="+mn-ea"/>
                <a:cs typeface="+mn-cs"/>
              </a:defRPr>
            </a:lvl2pPr>
            <a:lvl3pPr marL="809625" indent="-266700" algn="l" defTabSz="914400" rtl="0" eaLnBrk="1" latinLnBrk="0" hangingPunct="1">
              <a:lnSpc>
                <a:spcPct val="90000"/>
              </a:lnSpc>
              <a:spcBef>
                <a:spcPts val="500"/>
              </a:spcBef>
              <a:buClr>
                <a:schemeClr val="accent4"/>
              </a:buClr>
              <a:buFont typeface="Wingdings" panose="05000000000000000000" pitchFamily="2" charset="2"/>
              <a:buChar char="§"/>
              <a:defRPr sz="1600" kern="1200">
                <a:solidFill>
                  <a:schemeClr val="tx1">
                    <a:lumMod val="75000"/>
                    <a:lumOff val="25000"/>
                  </a:schemeClr>
                </a:solidFill>
                <a:latin typeface="+mn-lt"/>
                <a:ea typeface="+mn-ea"/>
                <a:cs typeface="+mn-cs"/>
              </a:defRPr>
            </a:lvl3pPr>
            <a:lvl4pPr marL="1076325" indent="-266700" algn="l" defTabSz="914400" rtl="0" eaLnBrk="1" latinLnBrk="0" hangingPunct="1">
              <a:lnSpc>
                <a:spcPct val="90000"/>
              </a:lnSpc>
              <a:spcBef>
                <a:spcPts val="500"/>
              </a:spcBef>
              <a:buClr>
                <a:schemeClr val="accent4"/>
              </a:buClr>
              <a:buFont typeface="Wingdings" panose="05000000000000000000" pitchFamily="2" charset="2"/>
              <a:buChar char="§"/>
              <a:defRPr sz="1600" kern="1200">
                <a:solidFill>
                  <a:schemeClr val="tx1">
                    <a:lumMod val="75000"/>
                    <a:lumOff val="25000"/>
                  </a:schemeClr>
                </a:solidFill>
                <a:latin typeface="+mn-lt"/>
                <a:ea typeface="+mn-ea"/>
                <a:cs typeface="+mn-cs"/>
              </a:defRPr>
            </a:lvl4pPr>
            <a:lvl5pPr marL="1343025" indent="-266700" algn="l" defTabSz="914400" rtl="0" eaLnBrk="1" latinLnBrk="0" hangingPunct="1">
              <a:lnSpc>
                <a:spcPct val="90000"/>
              </a:lnSpc>
              <a:spcBef>
                <a:spcPts val="500"/>
              </a:spcBef>
              <a:buClr>
                <a:schemeClr val="accent4"/>
              </a:buClr>
              <a:buFont typeface="Wingdings" panose="05000000000000000000" pitchFamily="2" charset="2"/>
              <a:buChar char="§"/>
              <a:defRPr sz="16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Wingdings" panose="05000000000000000000" pitchFamily="2" charset="2"/>
              <a:buNone/>
            </a:pPr>
            <a:endParaRPr lang="en-US" dirty="0"/>
          </a:p>
        </p:txBody>
      </p:sp>
      <p:sp>
        <p:nvSpPr>
          <p:cNvPr id="7" name="Text Placeholder 1">
            <a:extLst>
              <a:ext uri="{FF2B5EF4-FFF2-40B4-BE49-F238E27FC236}">
                <a16:creationId xmlns:a16="http://schemas.microsoft.com/office/drawing/2014/main" id="{DFE99BDE-FC12-8F0A-F9E5-8B2774C496F3}"/>
              </a:ext>
            </a:extLst>
          </p:cNvPr>
          <p:cNvSpPr txBox="1">
            <a:spLocks/>
          </p:cNvSpPr>
          <p:nvPr/>
        </p:nvSpPr>
        <p:spPr>
          <a:xfrm>
            <a:off x="6258213" y="3094349"/>
            <a:ext cx="9583057" cy="469900"/>
          </a:xfrm>
          <a:prstGeom prst="rect">
            <a:avLst/>
          </a:prstGeom>
        </p:spPr>
        <p:txBody>
          <a:bodyPr/>
          <a:lstStyle>
            <a:lvl1pPr marL="266700" indent="-266700" algn="l" defTabSz="914400" rtl="0" eaLnBrk="1" latinLnBrk="0" hangingPunct="1">
              <a:lnSpc>
                <a:spcPct val="90000"/>
              </a:lnSpc>
              <a:spcBef>
                <a:spcPts val="1000"/>
              </a:spcBef>
              <a:buClr>
                <a:schemeClr val="accent4"/>
              </a:buClr>
              <a:buFont typeface="Wingdings" panose="05000000000000000000" pitchFamily="2" charset="2"/>
              <a:buChar char="§"/>
              <a:defRPr sz="2000" kern="1200">
                <a:solidFill>
                  <a:schemeClr val="tx1">
                    <a:lumMod val="75000"/>
                    <a:lumOff val="25000"/>
                  </a:schemeClr>
                </a:solidFill>
                <a:latin typeface="+mn-lt"/>
                <a:ea typeface="+mn-ea"/>
                <a:cs typeface="+mn-cs"/>
              </a:defRPr>
            </a:lvl1pPr>
            <a:lvl2pPr marL="542925" indent="-276225" algn="l" defTabSz="914400" rtl="0" eaLnBrk="1" latinLnBrk="0" hangingPunct="1">
              <a:lnSpc>
                <a:spcPct val="90000"/>
              </a:lnSpc>
              <a:spcBef>
                <a:spcPts val="500"/>
              </a:spcBef>
              <a:buClr>
                <a:schemeClr val="accent4"/>
              </a:buClr>
              <a:buFont typeface="Wingdings" panose="05000000000000000000" pitchFamily="2" charset="2"/>
              <a:buChar char="§"/>
              <a:defRPr sz="1800" kern="1200">
                <a:solidFill>
                  <a:schemeClr val="tx1">
                    <a:lumMod val="75000"/>
                    <a:lumOff val="25000"/>
                  </a:schemeClr>
                </a:solidFill>
                <a:latin typeface="+mn-lt"/>
                <a:ea typeface="+mn-ea"/>
                <a:cs typeface="+mn-cs"/>
              </a:defRPr>
            </a:lvl2pPr>
            <a:lvl3pPr marL="809625" indent="-266700" algn="l" defTabSz="914400" rtl="0" eaLnBrk="1" latinLnBrk="0" hangingPunct="1">
              <a:lnSpc>
                <a:spcPct val="90000"/>
              </a:lnSpc>
              <a:spcBef>
                <a:spcPts val="500"/>
              </a:spcBef>
              <a:buClr>
                <a:schemeClr val="accent4"/>
              </a:buClr>
              <a:buFont typeface="Wingdings" panose="05000000000000000000" pitchFamily="2" charset="2"/>
              <a:buChar char="§"/>
              <a:defRPr sz="1600" kern="1200">
                <a:solidFill>
                  <a:schemeClr val="tx1">
                    <a:lumMod val="75000"/>
                    <a:lumOff val="25000"/>
                  </a:schemeClr>
                </a:solidFill>
                <a:latin typeface="+mn-lt"/>
                <a:ea typeface="+mn-ea"/>
                <a:cs typeface="+mn-cs"/>
              </a:defRPr>
            </a:lvl3pPr>
            <a:lvl4pPr marL="1076325" indent="-266700" algn="l" defTabSz="914400" rtl="0" eaLnBrk="1" latinLnBrk="0" hangingPunct="1">
              <a:lnSpc>
                <a:spcPct val="90000"/>
              </a:lnSpc>
              <a:spcBef>
                <a:spcPts val="500"/>
              </a:spcBef>
              <a:buClr>
                <a:schemeClr val="accent4"/>
              </a:buClr>
              <a:buFont typeface="Wingdings" panose="05000000000000000000" pitchFamily="2" charset="2"/>
              <a:buChar char="§"/>
              <a:defRPr sz="1600" kern="1200">
                <a:solidFill>
                  <a:schemeClr val="tx1">
                    <a:lumMod val="75000"/>
                    <a:lumOff val="25000"/>
                  </a:schemeClr>
                </a:solidFill>
                <a:latin typeface="+mn-lt"/>
                <a:ea typeface="+mn-ea"/>
                <a:cs typeface="+mn-cs"/>
              </a:defRPr>
            </a:lvl4pPr>
            <a:lvl5pPr marL="1343025" indent="-266700" algn="l" defTabSz="914400" rtl="0" eaLnBrk="1" latinLnBrk="0" hangingPunct="1">
              <a:lnSpc>
                <a:spcPct val="90000"/>
              </a:lnSpc>
              <a:spcBef>
                <a:spcPts val="500"/>
              </a:spcBef>
              <a:buClr>
                <a:schemeClr val="accent4"/>
              </a:buClr>
              <a:buFont typeface="Wingdings" panose="05000000000000000000" pitchFamily="2" charset="2"/>
              <a:buChar char="§"/>
              <a:defRPr sz="16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Wingdings" panose="05000000000000000000" pitchFamily="2" charset="2"/>
              <a:buNone/>
            </a:pPr>
            <a:r>
              <a:rPr lang="en-US" b="1" dirty="0"/>
              <a:t>Parent Pays                          80k </a:t>
            </a:r>
            <a:br>
              <a:rPr lang="en-US" b="1" dirty="0"/>
            </a:br>
            <a:r>
              <a:rPr lang="en-US" b="1" u="sng" dirty="0"/>
              <a:t>Subsidiary Net Assets is  (100K)</a:t>
            </a:r>
            <a:br>
              <a:rPr lang="en-US" b="1" dirty="0"/>
            </a:br>
            <a:r>
              <a:rPr lang="en-US" b="1" dirty="0"/>
              <a:t>Gain on Bargain Purchase (20K)</a:t>
            </a:r>
          </a:p>
        </p:txBody>
      </p:sp>
      <p:pic>
        <p:nvPicPr>
          <p:cNvPr id="3" name="Picture 2" descr="Jollibee - Wikipedia">
            <a:extLst>
              <a:ext uri="{FF2B5EF4-FFF2-40B4-BE49-F238E27FC236}">
                <a16:creationId xmlns:a16="http://schemas.microsoft.com/office/drawing/2014/main" id="{8D642E2C-3CA0-ABC4-A4B6-1FA38D8B6CE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5015" y="3433576"/>
            <a:ext cx="1494290" cy="1465123"/>
          </a:xfrm>
          <a:prstGeom prst="rect">
            <a:avLst/>
          </a:prstGeom>
          <a:noFill/>
          <a:extLst>
            <a:ext uri="{909E8E84-426E-40DD-AFC4-6F175D3DCCD1}">
              <a14:hiddenFill xmlns:a14="http://schemas.microsoft.com/office/drawing/2010/main">
                <a:solidFill>
                  <a:srgbClr val="FFFFFF"/>
                </a:solidFill>
              </a14:hiddenFill>
            </a:ext>
          </a:extLst>
        </p:spPr>
      </p:pic>
      <p:cxnSp>
        <p:nvCxnSpPr>
          <p:cNvPr id="8" name="Straight Arrow Connector 7">
            <a:extLst>
              <a:ext uri="{FF2B5EF4-FFF2-40B4-BE49-F238E27FC236}">
                <a16:creationId xmlns:a16="http://schemas.microsoft.com/office/drawing/2014/main" id="{EE5CBE1C-D1FD-DD18-84D8-86E32A1CD190}"/>
              </a:ext>
            </a:extLst>
          </p:cNvPr>
          <p:cNvCxnSpPr>
            <a:cxnSpLocks/>
          </p:cNvCxnSpPr>
          <p:nvPr/>
        </p:nvCxnSpPr>
        <p:spPr>
          <a:xfrm>
            <a:off x="2525950" y="4093396"/>
            <a:ext cx="1504238"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pic>
        <p:nvPicPr>
          <p:cNvPr id="9" name="Picture 8">
            <a:extLst>
              <a:ext uri="{FF2B5EF4-FFF2-40B4-BE49-F238E27FC236}">
                <a16:creationId xmlns:a16="http://schemas.microsoft.com/office/drawing/2014/main" id="{EF6E5349-8C8D-B1D9-4CF3-3C59BE92DD1F}"/>
              </a:ext>
            </a:extLst>
          </p:cNvPr>
          <p:cNvPicPr>
            <a:picLocks noChangeAspect="1"/>
          </p:cNvPicPr>
          <p:nvPr/>
        </p:nvPicPr>
        <p:blipFill>
          <a:blip r:embed="rId5"/>
          <a:stretch>
            <a:fillRect/>
          </a:stretch>
        </p:blipFill>
        <p:spPr>
          <a:xfrm>
            <a:off x="4030188" y="3458693"/>
            <a:ext cx="1314676" cy="1496776"/>
          </a:xfrm>
          <a:prstGeom prst="rect">
            <a:avLst/>
          </a:prstGeom>
        </p:spPr>
      </p:pic>
      <p:sp>
        <p:nvSpPr>
          <p:cNvPr id="11" name="TextBox 10">
            <a:extLst>
              <a:ext uri="{FF2B5EF4-FFF2-40B4-BE49-F238E27FC236}">
                <a16:creationId xmlns:a16="http://schemas.microsoft.com/office/drawing/2014/main" id="{F959AD8D-0C2B-41C5-D7F7-D2FDADB9ACBC}"/>
              </a:ext>
            </a:extLst>
          </p:cNvPr>
          <p:cNvSpPr txBox="1"/>
          <p:nvPr/>
        </p:nvSpPr>
        <p:spPr>
          <a:xfrm>
            <a:off x="2789960" y="3702165"/>
            <a:ext cx="6182590" cy="369332"/>
          </a:xfrm>
          <a:prstGeom prst="rect">
            <a:avLst/>
          </a:prstGeom>
          <a:noFill/>
        </p:spPr>
        <p:txBody>
          <a:bodyPr wrap="square">
            <a:spAutoFit/>
          </a:bodyPr>
          <a:lstStyle/>
          <a:p>
            <a:r>
              <a:rPr lang="en-US" b="1" dirty="0"/>
              <a:t>100%</a:t>
            </a:r>
          </a:p>
        </p:txBody>
      </p:sp>
      <p:cxnSp>
        <p:nvCxnSpPr>
          <p:cNvPr id="12" name="Straight Arrow Connector 11">
            <a:extLst>
              <a:ext uri="{FF2B5EF4-FFF2-40B4-BE49-F238E27FC236}">
                <a16:creationId xmlns:a16="http://schemas.microsoft.com/office/drawing/2014/main" id="{63EE9974-7343-E8CF-A605-BF71D987E7FB}"/>
              </a:ext>
            </a:extLst>
          </p:cNvPr>
          <p:cNvCxnSpPr>
            <a:cxnSpLocks/>
            <a:endCxn id="14" idx="1"/>
          </p:cNvCxnSpPr>
          <p:nvPr/>
        </p:nvCxnSpPr>
        <p:spPr>
          <a:xfrm flipV="1">
            <a:off x="5343881" y="3596187"/>
            <a:ext cx="914332" cy="506387"/>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4" name="Rectangle 13">
            <a:extLst>
              <a:ext uri="{FF2B5EF4-FFF2-40B4-BE49-F238E27FC236}">
                <a16:creationId xmlns:a16="http://schemas.microsoft.com/office/drawing/2014/main" id="{1DF17123-7980-48B6-3B81-E549B9759B92}"/>
              </a:ext>
            </a:extLst>
          </p:cNvPr>
          <p:cNvSpPr/>
          <p:nvPr/>
        </p:nvSpPr>
        <p:spPr>
          <a:xfrm>
            <a:off x="6258213" y="3107613"/>
            <a:ext cx="3259860" cy="977148"/>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sp>
        <p:nvSpPr>
          <p:cNvPr id="16" name="TextBox 15">
            <a:extLst>
              <a:ext uri="{FF2B5EF4-FFF2-40B4-BE49-F238E27FC236}">
                <a16:creationId xmlns:a16="http://schemas.microsoft.com/office/drawing/2014/main" id="{19EF7DD1-FE3A-663D-8A17-270DEF4B5DE0}"/>
              </a:ext>
            </a:extLst>
          </p:cNvPr>
          <p:cNvSpPr txBox="1"/>
          <p:nvPr/>
        </p:nvSpPr>
        <p:spPr>
          <a:xfrm>
            <a:off x="6138722" y="4731202"/>
            <a:ext cx="5780365" cy="369332"/>
          </a:xfrm>
          <a:prstGeom prst="rect">
            <a:avLst/>
          </a:prstGeom>
          <a:noFill/>
        </p:spPr>
        <p:txBody>
          <a:bodyPr wrap="none" rtlCol="0">
            <a:spAutoFit/>
          </a:bodyPr>
          <a:lstStyle/>
          <a:p>
            <a:r>
              <a:rPr lang="en-US" b="1" dirty="0"/>
              <a:t>If no Mistakes are made, report the GOBP in the Profit or Loss</a:t>
            </a:r>
          </a:p>
        </p:txBody>
      </p:sp>
      <p:sp>
        <p:nvSpPr>
          <p:cNvPr id="17" name="TextBox 16">
            <a:extLst>
              <a:ext uri="{FF2B5EF4-FFF2-40B4-BE49-F238E27FC236}">
                <a16:creationId xmlns:a16="http://schemas.microsoft.com/office/drawing/2014/main" id="{4410232B-C2B5-EE48-0BF6-6264349F6479}"/>
              </a:ext>
            </a:extLst>
          </p:cNvPr>
          <p:cNvSpPr txBox="1"/>
          <p:nvPr/>
        </p:nvSpPr>
        <p:spPr>
          <a:xfrm>
            <a:off x="6138722" y="4078184"/>
            <a:ext cx="5202986" cy="646331"/>
          </a:xfrm>
          <a:prstGeom prst="rect">
            <a:avLst/>
          </a:prstGeom>
          <a:noFill/>
        </p:spPr>
        <p:txBody>
          <a:bodyPr wrap="square" rtlCol="0">
            <a:spAutoFit/>
          </a:bodyPr>
          <a:lstStyle/>
          <a:p>
            <a:r>
              <a:rPr lang="en-US" b="1" dirty="0">
                <a:solidFill>
                  <a:srgbClr val="C00000"/>
                </a:solidFill>
              </a:rPr>
              <a:t>If Gain on bargain Purchase , the Parent must reassess if there are mistakes as GOBP is seldom in practice.</a:t>
            </a:r>
          </a:p>
        </p:txBody>
      </p:sp>
    </p:spTree>
    <p:extLst>
      <p:ext uri="{BB962C8B-B14F-4D97-AF65-F5344CB8AC3E}">
        <p14:creationId xmlns:p14="http://schemas.microsoft.com/office/powerpoint/2010/main" val="8984341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anim calcmode="lin" valueType="num">
                                      <p:cBhvr>
                                        <p:cTn id="8"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6">
                                            <p:txEl>
                                              <p:pRg st="0" end="0"/>
                                            </p:txEl>
                                          </p:spTgt>
                                        </p:tgtEl>
                                        <p:attrNameLst>
                                          <p:attrName>style.visibility</p:attrName>
                                        </p:attrNameLst>
                                      </p:cBhvr>
                                      <p:to>
                                        <p:strVal val="visible"/>
                                      </p:to>
                                    </p:set>
                                    <p:animEffect transition="in" filter="fade">
                                      <p:cBhvr>
                                        <p:cTn id="14" dur="1000"/>
                                        <p:tgtEl>
                                          <p:spTgt spid="6">
                                            <p:txEl>
                                              <p:pRg st="0" end="0"/>
                                            </p:txEl>
                                          </p:spTgt>
                                        </p:tgtEl>
                                      </p:cBhvr>
                                    </p:animEffect>
                                    <p:anim calcmode="lin" valueType="num">
                                      <p:cBhvr>
                                        <p:cTn id="15"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3"/>
                                        </p:tgtEl>
                                        <p:attrNameLst>
                                          <p:attrName>style.visibility</p:attrName>
                                        </p:attrNameLst>
                                      </p:cBhvr>
                                      <p:to>
                                        <p:strVal val="visible"/>
                                      </p:to>
                                    </p:set>
                                    <p:anim calcmode="lin" valueType="num">
                                      <p:cBhvr additive="base">
                                        <p:cTn id="21" dur="500" fill="hold"/>
                                        <p:tgtEl>
                                          <p:spTgt spid="3"/>
                                        </p:tgtEl>
                                        <p:attrNameLst>
                                          <p:attrName>ppt_x</p:attrName>
                                        </p:attrNameLst>
                                      </p:cBhvr>
                                      <p:tavLst>
                                        <p:tav tm="0">
                                          <p:val>
                                            <p:strVal val="#ppt_x"/>
                                          </p:val>
                                        </p:tav>
                                        <p:tav tm="100000">
                                          <p:val>
                                            <p:strVal val="#ppt_x"/>
                                          </p:val>
                                        </p:tav>
                                      </p:tavLst>
                                    </p:anim>
                                    <p:anim calcmode="lin" valueType="num">
                                      <p:cBhvr additive="base">
                                        <p:cTn id="22"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 calcmode="lin" valueType="num">
                                      <p:cBhvr additive="base">
                                        <p:cTn id="27" dur="500" fill="hold"/>
                                        <p:tgtEl>
                                          <p:spTgt spid="8"/>
                                        </p:tgtEl>
                                        <p:attrNameLst>
                                          <p:attrName>ppt_x</p:attrName>
                                        </p:attrNameLst>
                                      </p:cBhvr>
                                      <p:tavLst>
                                        <p:tav tm="0">
                                          <p:val>
                                            <p:strVal val="#ppt_x"/>
                                          </p:val>
                                        </p:tav>
                                        <p:tav tm="100000">
                                          <p:val>
                                            <p:strVal val="#ppt_x"/>
                                          </p:val>
                                        </p:tav>
                                      </p:tavLst>
                                    </p:anim>
                                    <p:anim calcmode="lin" valueType="num">
                                      <p:cBhvr additive="base">
                                        <p:cTn id="2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11"/>
                                        </p:tgtEl>
                                        <p:attrNameLst>
                                          <p:attrName>style.visibility</p:attrName>
                                        </p:attrNameLst>
                                      </p:cBhvr>
                                      <p:to>
                                        <p:strVal val="visible"/>
                                      </p:to>
                                    </p:set>
                                    <p:anim calcmode="lin" valueType="num">
                                      <p:cBhvr additive="base">
                                        <p:cTn id="33" dur="500" fill="hold"/>
                                        <p:tgtEl>
                                          <p:spTgt spid="11"/>
                                        </p:tgtEl>
                                        <p:attrNameLst>
                                          <p:attrName>ppt_x</p:attrName>
                                        </p:attrNameLst>
                                      </p:cBhvr>
                                      <p:tavLst>
                                        <p:tav tm="0">
                                          <p:val>
                                            <p:strVal val="#ppt_x"/>
                                          </p:val>
                                        </p:tav>
                                        <p:tav tm="100000">
                                          <p:val>
                                            <p:strVal val="#ppt_x"/>
                                          </p:val>
                                        </p:tav>
                                      </p:tavLst>
                                    </p:anim>
                                    <p:anim calcmode="lin" valueType="num">
                                      <p:cBhvr additive="base">
                                        <p:cTn id="34"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9"/>
                                        </p:tgtEl>
                                        <p:attrNameLst>
                                          <p:attrName>style.visibility</p:attrName>
                                        </p:attrNameLst>
                                      </p:cBhvr>
                                      <p:to>
                                        <p:strVal val="visible"/>
                                      </p:to>
                                    </p:set>
                                    <p:anim calcmode="lin" valueType="num">
                                      <p:cBhvr additive="base">
                                        <p:cTn id="39" dur="500" fill="hold"/>
                                        <p:tgtEl>
                                          <p:spTgt spid="9"/>
                                        </p:tgtEl>
                                        <p:attrNameLst>
                                          <p:attrName>ppt_x</p:attrName>
                                        </p:attrNameLst>
                                      </p:cBhvr>
                                      <p:tavLst>
                                        <p:tav tm="0">
                                          <p:val>
                                            <p:strVal val="#ppt_x"/>
                                          </p:val>
                                        </p:tav>
                                        <p:tav tm="100000">
                                          <p:val>
                                            <p:strVal val="#ppt_x"/>
                                          </p:val>
                                        </p:tav>
                                      </p:tavLst>
                                    </p:anim>
                                    <p:anim calcmode="lin" valueType="num">
                                      <p:cBhvr additive="base">
                                        <p:cTn id="40"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nodeType="clickEffect">
                                  <p:stCondLst>
                                    <p:cond delay="0"/>
                                  </p:stCondLst>
                                  <p:childTnLst>
                                    <p:set>
                                      <p:cBhvr>
                                        <p:cTn id="44" dur="1" fill="hold">
                                          <p:stCondLst>
                                            <p:cond delay="0"/>
                                          </p:stCondLst>
                                        </p:cTn>
                                        <p:tgtEl>
                                          <p:spTgt spid="12"/>
                                        </p:tgtEl>
                                        <p:attrNameLst>
                                          <p:attrName>style.visibility</p:attrName>
                                        </p:attrNameLst>
                                      </p:cBhvr>
                                      <p:to>
                                        <p:strVal val="visible"/>
                                      </p:to>
                                    </p:set>
                                    <p:anim calcmode="lin" valueType="num">
                                      <p:cBhvr additive="base">
                                        <p:cTn id="45" dur="500" fill="hold"/>
                                        <p:tgtEl>
                                          <p:spTgt spid="12"/>
                                        </p:tgtEl>
                                        <p:attrNameLst>
                                          <p:attrName>ppt_x</p:attrName>
                                        </p:attrNameLst>
                                      </p:cBhvr>
                                      <p:tavLst>
                                        <p:tav tm="0">
                                          <p:val>
                                            <p:strVal val="#ppt_x"/>
                                          </p:val>
                                        </p:tav>
                                        <p:tav tm="100000">
                                          <p:val>
                                            <p:strVal val="#ppt_x"/>
                                          </p:val>
                                        </p:tav>
                                      </p:tavLst>
                                    </p:anim>
                                    <p:anim calcmode="lin" valueType="num">
                                      <p:cBhvr additive="base">
                                        <p:cTn id="46"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42" presetClass="entr" presetSubtype="0" fill="hold" grpId="0" nodeType="clickEffect">
                                  <p:stCondLst>
                                    <p:cond delay="0"/>
                                  </p:stCondLst>
                                  <p:childTnLst>
                                    <p:set>
                                      <p:cBhvr>
                                        <p:cTn id="50" dur="1" fill="hold">
                                          <p:stCondLst>
                                            <p:cond delay="0"/>
                                          </p:stCondLst>
                                        </p:cTn>
                                        <p:tgtEl>
                                          <p:spTgt spid="7">
                                            <p:txEl>
                                              <p:pRg st="0" end="0"/>
                                            </p:txEl>
                                          </p:spTgt>
                                        </p:tgtEl>
                                        <p:attrNameLst>
                                          <p:attrName>style.visibility</p:attrName>
                                        </p:attrNameLst>
                                      </p:cBhvr>
                                      <p:to>
                                        <p:strVal val="visible"/>
                                      </p:to>
                                    </p:set>
                                    <p:animEffect transition="in" filter="fade">
                                      <p:cBhvr>
                                        <p:cTn id="51" dur="1000"/>
                                        <p:tgtEl>
                                          <p:spTgt spid="7">
                                            <p:txEl>
                                              <p:pRg st="0" end="0"/>
                                            </p:txEl>
                                          </p:spTgt>
                                        </p:tgtEl>
                                      </p:cBhvr>
                                    </p:animEffect>
                                    <p:anim calcmode="lin" valueType="num">
                                      <p:cBhvr>
                                        <p:cTn id="52"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53"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2" presetClass="entr" presetSubtype="4" fill="hold" grpId="0" nodeType="clickEffect">
                                  <p:stCondLst>
                                    <p:cond delay="0"/>
                                  </p:stCondLst>
                                  <p:childTnLst>
                                    <p:set>
                                      <p:cBhvr>
                                        <p:cTn id="57" dur="1" fill="hold">
                                          <p:stCondLst>
                                            <p:cond delay="0"/>
                                          </p:stCondLst>
                                        </p:cTn>
                                        <p:tgtEl>
                                          <p:spTgt spid="14"/>
                                        </p:tgtEl>
                                        <p:attrNameLst>
                                          <p:attrName>style.visibility</p:attrName>
                                        </p:attrNameLst>
                                      </p:cBhvr>
                                      <p:to>
                                        <p:strVal val="visible"/>
                                      </p:to>
                                    </p:set>
                                    <p:anim calcmode="lin" valueType="num">
                                      <p:cBhvr additive="base">
                                        <p:cTn id="58" dur="500" fill="hold"/>
                                        <p:tgtEl>
                                          <p:spTgt spid="14"/>
                                        </p:tgtEl>
                                        <p:attrNameLst>
                                          <p:attrName>ppt_x</p:attrName>
                                        </p:attrNameLst>
                                      </p:cBhvr>
                                      <p:tavLst>
                                        <p:tav tm="0">
                                          <p:val>
                                            <p:strVal val="#ppt_x"/>
                                          </p:val>
                                        </p:tav>
                                        <p:tav tm="100000">
                                          <p:val>
                                            <p:strVal val="#ppt_x"/>
                                          </p:val>
                                        </p:tav>
                                      </p:tavLst>
                                    </p:anim>
                                    <p:anim calcmode="lin" valueType="num">
                                      <p:cBhvr additive="base">
                                        <p:cTn id="59"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60" fill="hold">
                      <p:stCondLst>
                        <p:cond delay="indefinite"/>
                      </p:stCondLst>
                      <p:childTnLst>
                        <p:par>
                          <p:cTn id="61" fill="hold">
                            <p:stCondLst>
                              <p:cond delay="0"/>
                            </p:stCondLst>
                            <p:childTnLst>
                              <p:par>
                                <p:cTn id="62" presetID="2" presetClass="entr" presetSubtype="4" fill="hold" grpId="0" nodeType="clickEffect">
                                  <p:stCondLst>
                                    <p:cond delay="0"/>
                                  </p:stCondLst>
                                  <p:childTnLst>
                                    <p:set>
                                      <p:cBhvr>
                                        <p:cTn id="63" dur="1" fill="hold">
                                          <p:stCondLst>
                                            <p:cond delay="0"/>
                                          </p:stCondLst>
                                        </p:cTn>
                                        <p:tgtEl>
                                          <p:spTgt spid="17"/>
                                        </p:tgtEl>
                                        <p:attrNameLst>
                                          <p:attrName>style.visibility</p:attrName>
                                        </p:attrNameLst>
                                      </p:cBhvr>
                                      <p:to>
                                        <p:strVal val="visible"/>
                                      </p:to>
                                    </p:set>
                                    <p:anim calcmode="lin" valueType="num">
                                      <p:cBhvr additive="base">
                                        <p:cTn id="64" dur="500" fill="hold"/>
                                        <p:tgtEl>
                                          <p:spTgt spid="17"/>
                                        </p:tgtEl>
                                        <p:attrNameLst>
                                          <p:attrName>ppt_x</p:attrName>
                                        </p:attrNameLst>
                                      </p:cBhvr>
                                      <p:tavLst>
                                        <p:tav tm="0">
                                          <p:val>
                                            <p:strVal val="#ppt_x"/>
                                          </p:val>
                                        </p:tav>
                                        <p:tav tm="100000">
                                          <p:val>
                                            <p:strVal val="#ppt_x"/>
                                          </p:val>
                                        </p:tav>
                                      </p:tavLst>
                                    </p:anim>
                                    <p:anim calcmode="lin" valueType="num">
                                      <p:cBhvr additive="base">
                                        <p:cTn id="65"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2" presetClass="entr" presetSubtype="4" fill="hold" grpId="0" nodeType="clickEffect">
                                  <p:stCondLst>
                                    <p:cond delay="0"/>
                                  </p:stCondLst>
                                  <p:childTnLst>
                                    <p:set>
                                      <p:cBhvr>
                                        <p:cTn id="69" dur="1" fill="hold">
                                          <p:stCondLst>
                                            <p:cond delay="0"/>
                                          </p:stCondLst>
                                        </p:cTn>
                                        <p:tgtEl>
                                          <p:spTgt spid="16"/>
                                        </p:tgtEl>
                                        <p:attrNameLst>
                                          <p:attrName>style.visibility</p:attrName>
                                        </p:attrNameLst>
                                      </p:cBhvr>
                                      <p:to>
                                        <p:strVal val="visible"/>
                                      </p:to>
                                    </p:set>
                                    <p:anim calcmode="lin" valueType="num">
                                      <p:cBhvr additive="base">
                                        <p:cTn id="70" dur="500" fill="hold"/>
                                        <p:tgtEl>
                                          <p:spTgt spid="16"/>
                                        </p:tgtEl>
                                        <p:attrNameLst>
                                          <p:attrName>ppt_x</p:attrName>
                                        </p:attrNameLst>
                                      </p:cBhvr>
                                      <p:tavLst>
                                        <p:tav tm="0">
                                          <p:val>
                                            <p:strVal val="#ppt_x"/>
                                          </p:val>
                                        </p:tav>
                                        <p:tav tm="100000">
                                          <p:val>
                                            <p:strVal val="#ppt_x"/>
                                          </p:val>
                                        </p:tav>
                                      </p:tavLst>
                                    </p:anim>
                                    <p:anim calcmode="lin" valueType="num">
                                      <p:cBhvr additive="base">
                                        <p:cTn id="71"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6" grpId="0" build="p"/>
      <p:bldP spid="7" grpId="0" build="p"/>
      <p:bldP spid="11" grpId="0"/>
      <p:bldP spid="14" grpId="0" animBg="1"/>
      <p:bldP spid="16" grpId="0"/>
      <p:bldP spid="17"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9401CB-1477-EB45-CFC6-0552FC191712}"/>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3E23E16A-4718-5BDF-8248-16D816879CFB}"/>
              </a:ext>
            </a:extLst>
          </p:cNvPr>
          <p:cNvSpPr>
            <a:spLocks noGrp="1"/>
          </p:cNvSpPr>
          <p:nvPr>
            <p:ph type="body" sz="quarter" idx="12"/>
          </p:nvPr>
        </p:nvSpPr>
        <p:spPr>
          <a:xfrm>
            <a:off x="660399" y="1920983"/>
            <a:ext cx="11705771" cy="469900"/>
          </a:xfrm>
        </p:spPr>
        <p:txBody>
          <a:bodyPr/>
          <a:lstStyle/>
          <a:p>
            <a:pPr marL="0" indent="0">
              <a:buNone/>
            </a:pPr>
            <a:r>
              <a:rPr lang="en-US" b="1" dirty="0"/>
              <a:t>LCRC Company Acquired All net Assets of ABC Co, for 10M, the FV NET IDENTIFIABLE ASSETS of ABC Co is 8M</a:t>
            </a:r>
            <a:br>
              <a:rPr lang="en-US" b="1" dirty="0"/>
            </a:br>
            <a:r>
              <a:rPr lang="en-US" b="1" dirty="0"/>
              <a:t>Book Value of the Net Assets were 7M</a:t>
            </a:r>
          </a:p>
          <a:p>
            <a:pPr marL="0" indent="0">
              <a:buNone/>
            </a:pPr>
            <a:r>
              <a:rPr lang="en-US" b="1" dirty="0"/>
              <a:t>Goodwill Is Computed as </a:t>
            </a:r>
            <a:br>
              <a:rPr lang="en-US" b="1" dirty="0"/>
            </a:br>
            <a:r>
              <a:rPr lang="en-US" b="1" dirty="0"/>
              <a:t>Consideration Transferred             10M</a:t>
            </a:r>
            <a:br>
              <a:rPr lang="en-US" b="1" dirty="0"/>
            </a:br>
            <a:r>
              <a:rPr lang="en-US" b="1" u="sng" dirty="0"/>
              <a:t>Less: Net Identifiable Assets          (8M)</a:t>
            </a:r>
            <a:br>
              <a:rPr lang="en-US" b="1" u="sng" dirty="0"/>
            </a:br>
            <a:r>
              <a:rPr lang="en-US" b="1" dirty="0"/>
              <a:t>Goodwill                                            2M</a:t>
            </a:r>
          </a:p>
          <a:p>
            <a:pPr marL="0" indent="0">
              <a:buNone/>
            </a:pPr>
            <a:endParaRPr lang="en-US" b="1" dirty="0"/>
          </a:p>
        </p:txBody>
      </p:sp>
      <p:sp>
        <p:nvSpPr>
          <p:cNvPr id="4" name="Title 3">
            <a:extLst>
              <a:ext uri="{FF2B5EF4-FFF2-40B4-BE49-F238E27FC236}">
                <a16:creationId xmlns:a16="http://schemas.microsoft.com/office/drawing/2014/main" id="{7E8F8772-522F-D463-AC6D-DBD4D9F6242F}"/>
              </a:ext>
            </a:extLst>
          </p:cNvPr>
          <p:cNvSpPr>
            <a:spLocks noGrp="1"/>
          </p:cNvSpPr>
          <p:nvPr>
            <p:ph type="title"/>
          </p:nvPr>
        </p:nvSpPr>
        <p:spPr>
          <a:xfrm>
            <a:off x="660400" y="184727"/>
            <a:ext cx="11705771" cy="830997"/>
          </a:xfrm>
        </p:spPr>
        <p:txBody>
          <a:bodyPr/>
          <a:lstStyle/>
          <a:p>
            <a:r>
              <a:rPr lang="en-US" dirty="0"/>
              <a:t>Case 1: Acquisition of All Identifiable net assets</a:t>
            </a:r>
          </a:p>
        </p:txBody>
      </p:sp>
      <p:pic>
        <p:nvPicPr>
          <p:cNvPr id="5" name="Picture 4" descr="eLearning">
            <a:extLst>
              <a:ext uri="{FF2B5EF4-FFF2-40B4-BE49-F238E27FC236}">
                <a16:creationId xmlns:a16="http://schemas.microsoft.com/office/drawing/2014/main" id="{1ED817B1-1B8F-31C6-14A1-7E3D633B274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3717" y="5578997"/>
            <a:ext cx="2096886" cy="1200439"/>
          </a:xfrm>
          <a:prstGeom prst="rect">
            <a:avLst/>
          </a:prstGeom>
          <a:noFill/>
          <a:extLst>
            <a:ext uri="{909E8E84-426E-40DD-AFC4-6F175D3DCCD1}">
              <a14:hiddenFill xmlns:a14="http://schemas.microsoft.com/office/drawing/2010/main">
                <a:solidFill>
                  <a:srgbClr val="FFFFFF"/>
                </a:solidFill>
              </a14:hiddenFill>
            </a:ext>
          </a:extLst>
        </p:spPr>
      </p:pic>
      <p:sp>
        <p:nvSpPr>
          <p:cNvPr id="6" name="Text Placeholder 1">
            <a:extLst>
              <a:ext uri="{FF2B5EF4-FFF2-40B4-BE49-F238E27FC236}">
                <a16:creationId xmlns:a16="http://schemas.microsoft.com/office/drawing/2014/main" id="{8E86BE68-2B44-DF1F-BE86-2225CC689C66}"/>
              </a:ext>
            </a:extLst>
          </p:cNvPr>
          <p:cNvSpPr txBox="1">
            <a:spLocks/>
          </p:cNvSpPr>
          <p:nvPr/>
        </p:nvSpPr>
        <p:spPr>
          <a:xfrm>
            <a:off x="660399" y="2592511"/>
            <a:ext cx="9583057" cy="469900"/>
          </a:xfrm>
          <a:prstGeom prst="rect">
            <a:avLst/>
          </a:prstGeom>
        </p:spPr>
        <p:txBody>
          <a:bodyPr/>
          <a:lstStyle>
            <a:lvl1pPr marL="266700" indent="-266700" algn="l" defTabSz="914400" rtl="0" eaLnBrk="1" latinLnBrk="0" hangingPunct="1">
              <a:lnSpc>
                <a:spcPct val="90000"/>
              </a:lnSpc>
              <a:spcBef>
                <a:spcPts val="1000"/>
              </a:spcBef>
              <a:buClr>
                <a:schemeClr val="accent4"/>
              </a:buClr>
              <a:buFont typeface="Wingdings" panose="05000000000000000000" pitchFamily="2" charset="2"/>
              <a:buChar char="§"/>
              <a:defRPr sz="2000" kern="1200">
                <a:solidFill>
                  <a:schemeClr val="tx1">
                    <a:lumMod val="75000"/>
                    <a:lumOff val="25000"/>
                  </a:schemeClr>
                </a:solidFill>
                <a:latin typeface="+mn-lt"/>
                <a:ea typeface="+mn-ea"/>
                <a:cs typeface="+mn-cs"/>
              </a:defRPr>
            </a:lvl1pPr>
            <a:lvl2pPr marL="542925" indent="-276225" algn="l" defTabSz="914400" rtl="0" eaLnBrk="1" latinLnBrk="0" hangingPunct="1">
              <a:lnSpc>
                <a:spcPct val="90000"/>
              </a:lnSpc>
              <a:spcBef>
                <a:spcPts val="500"/>
              </a:spcBef>
              <a:buClr>
                <a:schemeClr val="accent4"/>
              </a:buClr>
              <a:buFont typeface="Wingdings" panose="05000000000000000000" pitchFamily="2" charset="2"/>
              <a:buChar char="§"/>
              <a:defRPr sz="1800" kern="1200">
                <a:solidFill>
                  <a:schemeClr val="tx1">
                    <a:lumMod val="75000"/>
                    <a:lumOff val="25000"/>
                  </a:schemeClr>
                </a:solidFill>
                <a:latin typeface="+mn-lt"/>
                <a:ea typeface="+mn-ea"/>
                <a:cs typeface="+mn-cs"/>
              </a:defRPr>
            </a:lvl2pPr>
            <a:lvl3pPr marL="809625" indent="-266700" algn="l" defTabSz="914400" rtl="0" eaLnBrk="1" latinLnBrk="0" hangingPunct="1">
              <a:lnSpc>
                <a:spcPct val="90000"/>
              </a:lnSpc>
              <a:spcBef>
                <a:spcPts val="500"/>
              </a:spcBef>
              <a:buClr>
                <a:schemeClr val="accent4"/>
              </a:buClr>
              <a:buFont typeface="Wingdings" panose="05000000000000000000" pitchFamily="2" charset="2"/>
              <a:buChar char="§"/>
              <a:defRPr sz="1600" kern="1200">
                <a:solidFill>
                  <a:schemeClr val="tx1">
                    <a:lumMod val="75000"/>
                    <a:lumOff val="25000"/>
                  </a:schemeClr>
                </a:solidFill>
                <a:latin typeface="+mn-lt"/>
                <a:ea typeface="+mn-ea"/>
                <a:cs typeface="+mn-cs"/>
              </a:defRPr>
            </a:lvl3pPr>
            <a:lvl4pPr marL="1076325" indent="-266700" algn="l" defTabSz="914400" rtl="0" eaLnBrk="1" latinLnBrk="0" hangingPunct="1">
              <a:lnSpc>
                <a:spcPct val="90000"/>
              </a:lnSpc>
              <a:spcBef>
                <a:spcPts val="500"/>
              </a:spcBef>
              <a:buClr>
                <a:schemeClr val="accent4"/>
              </a:buClr>
              <a:buFont typeface="Wingdings" panose="05000000000000000000" pitchFamily="2" charset="2"/>
              <a:buChar char="§"/>
              <a:defRPr sz="1600" kern="1200">
                <a:solidFill>
                  <a:schemeClr val="tx1">
                    <a:lumMod val="75000"/>
                    <a:lumOff val="25000"/>
                  </a:schemeClr>
                </a:solidFill>
                <a:latin typeface="+mn-lt"/>
                <a:ea typeface="+mn-ea"/>
                <a:cs typeface="+mn-cs"/>
              </a:defRPr>
            </a:lvl4pPr>
            <a:lvl5pPr marL="1343025" indent="-266700" algn="l" defTabSz="914400" rtl="0" eaLnBrk="1" latinLnBrk="0" hangingPunct="1">
              <a:lnSpc>
                <a:spcPct val="90000"/>
              </a:lnSpc>
              <a:spcBef>
                <a:spcPts val="500"/>
              </a:spcBef>
              <a:buClr>
                <a:schemeClr val="accent4"/>
              </a:buClr>
              <a:buFont typeface="Wingdings" panose="05000000000000000000" pitchFamily="2" charset="2"/>
              <a:buChar char="§"/>
              <a:defRPr sz="16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Wingdings" panose="05000000000000000000" pitchFamily="2" charset="2"/>
              <a:buNone/>
            </a:pPr>
            <a:endParaRPr lang="en-US" dirty="0"/>
          </a:p>
        </p:txBody>
      </p:sp>
      <p:sp>
        <p:nvSpPr>
          <p:cNvPr id="7" name="Text Placeholder 1">
            <a:extLst>
              <a:ext uri="{FF2B5EF4-FFF2-40B4-BE49-F238E27FC236}">
                <a16:creationId xmlns:a16="http://schemas.microsoft.com/office/drawing/2014/main" id="{0F69884E-2CB1-A117-761F-21CF4156B913}"/>
              </a:ext>
            </a:extLst>
          </p:cNvPr>
          <p:cNvSpPr txBox="1">
            <a:spLocks/>
          </p:cNvSpPr>
          <p:nvPr/>
        </p:nvSpPr>
        <p:spPr>
          <a:xfrm>
            <a:off x="660399" y="3140321"/>
            <a:ext cx="9583057" cy="469900"/>
          </a:xfrm>
          <a:prstGeom prst="rect">
            <a:avLst/>
          </a:prstGeom>
        </p:spPr>
        <p:txBody>
          <a:bodyPr/>
          <a:lstStyle>
            <a:lvl1pPr marL="266700" indent="-266700" algn="l" defTabSz="914400" rtl="0" eaLnBrk="1" latinLnBrk="0" hangingPunct="1">
              <a:lnSpc>
                <a:spcPct val="90000"/>
              </a:lnSpc>
              <a:spcBef>
                <a:spcPts val="1000"/>
              </a:spcBef>
              <a:buClr>
                <a:schemeClr val="accent4"/>
              </a:buClr>
              <a:buFont typeface="Wingdings" panose="05000000000000000000" pitchFamily="2" charset="2"/>
              <a:buChar char="§"/>
              <a:defRPr sz="2000" kern="1200">
                <a:solidFill>
                  <a:schemeClr val="tx1">
                    <a:lumMod val="75000"/>
                    <a:lumOff val="25000"/>
                  </a:schemeClr>
                </a:solidFill>
                <a:latin typeface="+mn-lt"/>
                <a:ea typeface="+mn-ea"/>
                <a:cs typeface="+mn-cs"/>
              </a:defRPr>
            </a:lvl1pPr>
            <a:lvl2pPr marL="542925" indent="-276225" algn="l" defTabSz="914400" rtl="0" eaLnBrk="1" latinLnBrk="0" hangingPunct="1">
              <a:lnSpc>
                <a:spcPct val="90000"/>
              </a:lnSpc>
              <a:spcBef>
                <a:spcPts val="500"/>
              </a:spcBef>
              <a:buClr>
                <a:schemeClr val="accent4"/>
              </a:buClr>
              <a:buFont typeface="Wingdings" panose="05000000000000000000" pitchFamily="2" charset="2"/>
              <a:buChar char="§"/>
              <a:defRPr sz="1800" kern="1200">
                <a:solidFill>
                  <a:schemeClr val="tx1">
                    <a:lumMod val="75000"/>
                    <a:lumOff val="25000"/>
                  </a:schemeClr>
                </a:solidFill>
                <a:latin typeface="+mn-lt"/>
                <a:ea typeface="+mn-ea"/>
                <a:cs typeface="+mn-cs"/>
              </a:defRPr>
            </a:lvl2pPr>
            <a:lvl3pPr marL="809625" indent="-266700" algn="l" defTabSz="914400" rtl="0" eaLnBrk="1" latinLnBrk="0" hangingPunct="1">
              <a:lnSpc>
                <a:spcPct val="90000"/>
              </a:lnSpc>
              <a:spcBef>
                <a:spcPts val="500"/>
              </a:spcBef>
              <a:buClr>
                <a:schemeClr val="accent4"/>
              </a:buClr>
              <a:buFont typeface="Wingdings" panose="05000000000000000000" pitchFamily="2" charset="2"/>
              <a:buChar char="§"/>
              <a:defRPr sz="1600" kern="1200">
                <a:solidFill>
                  <a:schemeClr val="tx1">
                    <a:lumMod val="75000"/>
                    <a:lumOff val="25000"/>
                  </a:schemeClr>
                </a:solidFill>
                <a:latin typeface="+mn-lt"/>
                <a:ea typeface="+mn-ea"/>
                <a:cs typeface="+mn-cs"/>
              </a:defRPr>
            </a:lvl3pPr>
            <a:lvl4pPr marL="1076325" indent="-266700" algn="l" defTabSz="914400" rtl="0" eaLnBrk="1" latinLnBrk="0" hangingPunct="1">
              <a:lnSpc>
                <a:spcPct val="90000"/>
              </a:lnSpc>
              <a:spcBef>
                <a:spcPts val="500"/>
              </a:spcBef>
              <a:buClr>
                <a:schemeClr val="accent4"/>
              </a:buClr>
              <a:buFont typeface="Wingdings" panose="05000000000000000000" pitchFamily="2" charset="2"/>
              <a:buChar char="§"/>
              <a:defRPr sz="1600" kern="1200">
                <a:solidFill>
                  <a:schemeClr val="tx1">
                    <a:lumMod val="75000"/>
                    <a:lumOff val="25000"/>
                  </a:schemeClr>
                </a:solidFill>
                <a:latin typeface="+mn-lt"/>
                <a:ea typeface="+mn-ea"/>
                <a:cs typeface="+mn-cs"/>
              </a:defRPr>
            </a:lvl4pPr>
            <a:lvl5pPr marL="1343025" indent="-266700" algn="l" defTabSz="914400" rtl="0" eaLnBrk="1" latinLnBrk="0" hangingPunct="1">
              <a:lnSpc>
                <a:spcPct val="90000"/>
              </a:lnSpc>
              <a:spcBef>
                <a:spcPts val="500"/>
              </a:spcBef>
              <a:buClr>
                <a:schemeClr val="accent4"/>
              </a:buClr>
              <a:buFont typeface="Wingdings" panose="05000000000000000000" pitchFamily="2" charset="2"/>
              <a:buChar char="§"/>
              <a:defRPr sz="16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Wingdings" panose="05000000000000000000" pitchFamily="2" charset="2"/>
              <a:buNone/>
            </a:pPr>
            <a:endParaRPr lang="en-US" dirty="0"/>
          </a:p>
        </p:txBody>
      </p:sp>
      <p:sp>
        <p:nvSpPr>
          <p:cNvPr id="3" name="TextBox 2">
            <a:extLst>
              <a:ext uri="{FF2B5EF4-FFF2-40B4-BE49-F238E27FC236}">
                <a16:creationId xmlns:a16="http://schemas.microsoft.com/office/drawing/2014/main" id="{08B6A6E6-C124-6C24-0C64-A8C19347979A}"/>
              </a:ext>
            </a:extLst>
          </p:cNvPr>
          <p:cNvSpPr txBox="1"/>
          <p:nvPr/>
        </p:nvSpPr>
        <p:spPr>
          <a:xfrm>
            <a:off x="5914901" y="2580936"/>
            <a:ext cx="4631872" cy="369332"/>
          </a:xfrm>
          <a:prstGeom prst="rect">
            <a:avLst/>
          </a:prstGeom>
          <a:noFill/>
        </p:spPr>
        <p:txBody>
          <a:bodyPr wrap="square" rtlCol="0">
            <a:spAutoFit/>
          </a:bodyPr>
          <a:lstStyle/>
          <a:p>
            <a:r>
              <a:rPr lang="en-US" b="1" dirty="0"/>
              <a:t>Alternative Solution</a:t>
            </a:r>
          </a:p>
        </p:txBody>
      </p:sp>
      <p:sp>
        <p:nvSpPr>
          <p:cNvPr id="11" name="TextBox 10">
            <a:extLst>
              <a:ext uri="{FF2B5EF4-FFF2-40B4-BE49-F238E27FC236}">
                <a16:creationId xmlns:a16="http://schemas.microsoft.com/office/drawing/2014/main" id="{9EEC42D4-8A9A-1055-056C-8D4E22D2114B}"/>
              </a:ext>
            </a:extLst>
          </p:cNvPr>
          <p:cNvSpPr txBox="1"/>
          <p:nvPr/>
        </p:nvSpPr>
        <p:spPr>
          <a:xfrm>
            <a:off x="5914901" y="3005939"/>
            <a:ext cx="6182590" cy="1477328"/>
          </a:xfrm>
          <a:prstGeom prst="rect">
            <a:avLst/>
          </a:prstGeom>
          <a:noFill/>
        </p:spPr>
        <p:txBody>
          <a:bodyPr wrap="square">
            <a:spAutoFit/>
          </a:bodyPr>
          <a:lstStyle/>
          <a:p>
            <a:r>
              <a:rPr lang="en-US" b="1" dirty="0"/>
              <a:t>Consideration Transferred           10M</a:t>
            </a:r>
            <a:br>
              <a:rPr lang="en-US" b="1" dirty="0"/>
            </a:br>
            <a:r>
              <a:rPr lang="en-US" b="1" u="sng" dirty="0"/>
              <a:t>Less: Book Value of Net Assets   (7M)</a:t>
            </a:r>
          </a:p>
          <a:p>
            <a:r>
              <a:rPr lang="en-US" b="1" dirty="0"/>
              <a:t>Unamortized Excess                       3M</a:t>
            </a:r>
          </a:p>
          <a:p>
            <a:r>
              <a:rPr lang="en-US" b="1" u="sng" dirty="0"/>
              <a:t>Less: Understated NA                    (1M)</a:t>
            </a:r>
          </a:p>
          <a:p>
            <a:r>
              <a:rPr lang="en-US" b="1" dirty="0"/>
              <a:t>Goodwill                                           2M</a:t>
            </a:r>
          </a:p>
        </p:txBody>
      </p:sp>
      <p:sp>
        <p:nvSpPr>
          <p:cNvPr id="12" name="Oval 11">
            <a:extLst>
              <a:ext uri="{FF2B5EF4-FFF2-40B4-BE49-F238E27FC236}">
                <a16:creationId xmlns:a16="http://schemas.microsoft.com/office/drawing/2014/main" id="{13A6CC5C-4DDA-3C87-5BC1-358AAACF61DC}"/>
              </a:ext>
            </a:extLst>
          </p:cNvPr>
          <p:cNvSpPr/>
          <p:nvPr/>
        </p:nvSpPr>
        <p:spPr>
          <a:xfrm>
            <a:off x="5829300" y="3744603"/>
            <a:ext cx="3792682" cy="469900"/>
          </a:xfrm>
          <a:prstGeom prst="ellipse">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cxnSp>
        <p:nvCxnSpPr>
          <p:cNvPr id="14" name="Straight Arrow Connector 13">
            <a:extLst>
              <a:ext uri="{FF2B5EF4-FFF2-40B4-BE49-F238E27FC236}">
                <a16:creationId xmlns:a16="http://schemas.microsoft.com/office/drawing/2014/main" id="{D620ABAE-CC48-24B4-3430-52F99DD6AE1B}"/>
              </a:ext>
            </a:extLst>
          </p:cNvPr>
          <p:cNvCxnSpPr>
            <a:cxnSpLocks/>
          </p:cNvCxnSpPr>
          <p:nvPr/>
        </p:nvCxnSpPr>
        <p:spPr>
          <a:xfrm flipH="1">
            <a:off x="4468091" y="4011880"/>
            <a:ext cx="1361209" cy="62246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6" name="TextBox 15">
            <a:extLst>
              <a:ext uri="{FF2B5EF4-FFF2-40B4-BE49-F238E27FC236}">
                <a16:creationId xmlns:a16="http://schemas.microsoft.com/office/drawing/2014/main" id="{8B4F8E34-E473-E7CB-B7AB-17FCA0114BA4}"/>
              </a:ext>
            </a:extLst>
          </p:cNvPr>
          <p:cNvSpPr txBox="1"/>
          <p:nvPr/>
        </p:nvSpPr>
        <p:spPr>
          <a:xfrm>
            <a:off x="2389909" y="4661855"/>
            <a:ext cx="2473113" cy="369332"/>
          </a:xfrm>
          <a:prstGeom prst="rect">
            <a:avLst/>
          </a:prstGeom>
          <a:noFill/>
        </p:spPr>
        <p:txBody>
          <a:bodyPr wrap="none" rtlCol="0">
            <a:spAutoFit/>
          </a:bodyPr>
          <a:lstStyle/>
          <a:p>
            <a:r>
              <a:rPr lang="en-US" b="1" dirty="0"/>
              <a:t>FV of NA 8M – BV NA 7M</a:t>
            </a:r>
          </a:p>
        </p:txBody>
      </p:sp>
      <p:sp>
        <p:nvSpPr>
          <p:cNvPr id="17" name="Oval 16">
            <a:extLst>
              <a:ext uri="{FF2B5EF4-FFF2-40B4-BE49-F238E27FC236}">
                <a16:creationId xmlns:a16="http://schemas.microsoft.com/office/drawing/2014/main" id="{9330E1BC-5404-FB61-9923-E4D8ECACBDB0}"/>
              </a:ext>
            </a:extLst>
          </p:cNvPr>
          <p:cNvSpPr/>
          <p:nvPr/>
        </p:nvSpPr>
        <p:spPr>
          <a:xfrm>
            <a:off x="1929245" y="4661855"/>
            <a:ext cx="3792682" cy="469900"/>
          </a:xfrm>
          <a:prstGeom prst="ellipse">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sp>
        <p:nvSpPr>
          <p:cNvPr id="20" name="TextBox 19">
            <a:extLst>
              <a:ext uri="{FF2B5EF4-FFF2-40B4-BE49-F238E27FC236}">
                <a16:creationId xmlns:a16="http://schemas.microsoft.com/office/drawing/2014/main" id="{DA9B728E-4D8A-AF79-C63E-EADC2806FC0C}"/>
              </a:ext>
            </a:extLst>
          </p:cNvPr>
          <p:cNvSpPr txBox="1"/>
          <p:nvPr/>
        </p:nvSpPr>
        <p:spPr>
          <a:xfrm>
            <a:off x="5646964" y="4708021"/>
            <a:ext cx="6032418" cy="646331"/>
          </a:xfrm>
          <a:prstGeom prst="rect">
            <a:avLst/>
          </a:prstGeom>
          <a:noFill/>
        </p:spPr>
        <p:txBody>
          <a:bodyPr wrap="square" rtlCol="0">
            <a:spAutoFit/>
          </a:bodyPr>
          <a:lstStyle/>
          <a:p>
            <a:r>
              <a:rPr lang="en-US" b="1" dirty="0"/>
              <a:t>-&gt; This Excess Must be traced to what Asset or Liability Caused it and be Amortized Appropriately</a:t>
            </a:r>
          </a:p>
        </p:txBody>
      </p:sp>
    </p:spTree>
    <p:extLst>
      <p:ext uri="{BB962C8B-B14F-4D97-AF65-F5344CB8AC3E}">
        <p14:creationId xmlns:p14="http://schemas.microsoft.com/office/powerpoint/2010/main" val="10584382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anim calcmode="lin" valueType="num">
                                      <p:cBhvr>
                                        <p:cTn id="8"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1" end="1"/>
                                            </p:txEl>
                                          </p:spTgt>
                                        </p:tgtEl>
                                        <p:attrNameLst>
                                          <p:attrName>style.visibility</p:attrName>
                                        </p:attrNameLst>
                                      </p:cBhvr>
                                      <p:to>
                                        <p:strVal val="visible"/>
                                      </p:to>
                                    </p:set>
                                    <p:animEffect transition="in" filter="fade">
                                      <p:cBhvr>
                                        <p:cTn id="14" dur="1000"/>
                                        <p:tgtEl>
                                          <p:spTgt spid="2">
                                            <p:txEl>
                                              <p:pRg st="1" end="1"/>
                                            </p:txEl>
                                          </p:spTgt>
                                        </p:tgtEl>
                                      </p:cBhvr>
                                    </p:animEffect>
                                    <p:anim calcmode="lin" valueType="num">
                                      <p:cBhvr>
                                        <p:cTn id="15"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6">
                                            <p:txEl>
                                              <p:pRg st="0" end="0"/>
                                            </p:txEl>
                                          </p:spTgt>
                                        </p:tgtEl>
                                        <p:attrNameLst>
                                          <p:attrName>style.visibility</p:attrName>
                                        </p:attrNameLst>
                                      </p:cBhvr>
                                      <p:to>
                                        <p:strVal val="visible"/>
                                      </p:to>
                                    </p:set>
                                    <p:animEffect transition="in" filter="fade">
                                      <p:cBhvr>
                                        <p:cTn id="21" dur="1000"/>
                                        <p:tgtEl>
                                          <p:spTgt spid="6">
                                            <p:txEl>
                                              <p:pRg st="0" end="0"/>
                                            </p:txEl>
                                          </p:spTgt>
                                        </p:tgtEl>
                                      </p:cBhvr>
                                    </p:animEffect>
                                    <p:anim calcmode="lin" valueType="num">
                                      <p:cBhvr>
                                        <p:cTn id="22"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23"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7">
                                            <p:txEl>
                                              <p:pRg st="0" end="0"/>
                                            </p:txEl>
                                          </p:spTgt>
                                        </p:tgtEl>
                                        <p:attrNameLst>
                                          <p:attrName>style.visibility</p:attrName>
                                        </p:attrNameLst>
                                      </p:cBhvr>
                                      <p:to>
                                        <p:strVal val="visible"/>
                                      </p:to>
                                    </p:set>
                                    <p:animEffect transition="in" filter="fade">
                                      <p:cBhvr>
                                        <p:cTn id="28" dur="1000"/>
                                        <p:tgtEl>
                                          <p:spTgt spid="7">
                                            <p:txEl>
                                              <p:pRg st="0" end="0"/>
                                            </p:txEl>
                                          </p:spTgt>
                                        </p:tgtEl>
                                      </p:cBhvr>
                                    </p:animEffect>
                                    <p:anim calcmode="lin" valueType="num">
                                      <p:cBhvr>
                                        <p:cTn id="29"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3"/>
                                        </p:tgtEl>
                                        <p:attrNameLst>
                                          <p:attrName>style.visibility</p:attrName>
                                        </p:attrNameLst>
                                      </p:cBhvr>
                                      <p:to>
                                        <p:strVal val="visible"/>
                                      </p:to>
                                    </p:set>
                                    <p:anim calcmode="lin" valueType="num">
                                      <p:cBhvr additive="base">
                                        <p:cTn id="35" dur="500" fill="hold"/>
                                        <p:tgtEl>
                                          <p:spTgt spid="3"/>
                                        </p:tgtEl>
                                        <p:attrNameLst>
                                          <p:attrName>ppt_x</p:attrName>
                                        </p:attrNameLst>
                                      </p:cBhvr>
                                      <p:tavLst>
                                        <p:tav tm="0">
                                          <p:val>
                                            <p:strVal val="#ppt_x"/>
                                          </p:val>
                                        </p:tav>
                                        <p:tav tm="100000">
                                          <p:val>
                                            <p:strVal val="#ppt_x"/>
                                          </p:val>
                                        </p:tav>
                                      </p:tavLst>
                                    </p:anim>
                                    <p:anim calcmode="lin" valueType="num">
                                      <p:cBhvr additive="base">
                                        <p:cTn id="36"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11"/>
                                        </p:tgtEl>
                                        <p:attrNameLst>
                                          <p:attrName>style.visibility</p:attrName>
                                        </p:attrNameLst>
                                      </p:cBhvr>
                                      <p:to>
                                        <p:strVal val="visible"/>
                                      </p:to>
                                    </p:set>
                                    <p:anim calcmode="lin" valueType="num">
                                      <p:cBhvr additive="base">
                                        <p:cTn id="41" dur="500" fill="hold"/>
                                        <p:tgtEl>
                                          <p:spTgt spid="11"/>
                                        </p:tgtEl>
                                        <p:attrNameLst>
                                          <p:attrName>ppt_x</p:attrName>
                                        </p:attrNameLst>
                                      </p:cBhvr>
                                      <p:tavLst>
                                        <p:tav tm="0">
                                          <p:val>
                                            <p:strVal val="#ppt_x"/>
                                          </p:val>
                                        </p:tav>
                                        <p:tav tm="100000">
                                          <p:val>
                                            <p:strVal val="#ppt_x"/>
                                          </p:val>
                                        </p:tav>
                                      </p:tavLst>
                                    </p:anim>
                                    <p:anim calcmode="lin" valueType="num">
                                      <p:cBhvr additive="base">
                                        <p:cTn id="42"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1" presetClass="entr" presetSubtype="1" fill="hold" grpId="0" nodeType="clickEffect">
                                  <p:stCondLst>
                                    <p:cond delay="0"/>
                                  </p:stCondLst>
                                  <p:childTnLst>
                                    <p:set>
                                      <p:cBhvr>
                                        <p:cTn id="46" dur="1" fill="hold">
                                          <p:stCondLst>
                                            <p:cond delay="0"/>
                                          </p:stCondLst>
                                        </p:cTn>
                                        <p:tgtEl>
                                          <p:spTgt spid="12"/>
                                        </p:tgtEl>
                                        <p:attrNameLst>
                                          <p:attrName>style.visibility</p:attrName>
                                        </p:attrNameLst>
                                      </p:cBhvr>
                                      <p:to>
                                        <p:strVal val="visible"/>
                                      </p:to>
                                    </p:set>
                                    <p:animEffect transition="in" filter="wheel(1)">
                                      <p:cBhvr>
                                        <p:cTn id="47" dur="2000"/>
                                        <p:tgtEl>
                                          <p:spTgt spid="12"/>
                                        </p:tgtEl>
                                      </p:cBhvr>
                                    </p:animEffect>
                                  </p:childTnLst>
                                </p:cTn>
                              </p:par>
                            </p:childTnLst>
                          </p:cTn>
                        </p:par>
                      </p:childTnLst>
                    </p:cTn>
                  </p:par>
                  <p:par>
                    <p:cTn id="48" fill="hold">
                      <p:stCondLst>
                        <p:cond delay="indefinite"/>
                      </p:stCondLst>
                      <p:childTnLst>
                        <p:par>
                          <p:cTn id="49" fill="hold">
                            <p:stCondLst>
                              <p:cond delay="0"/>
                            </p:stCondLst>
                            <p:childTnLst>
                              <p:par>
                                <p:cTn id="50" presetID="2" presetClass="entr" presetSubtype="4" fill="hold" nodeType="clickEffect">
                                  <p:stCondLst>
                                    <p:cond delay="0"/>
                                  </p:stCondLst>
                                  <p:childTnLst>
                                    <p:set>
                                      <p:cBhvr>
                                        <p:cTn id="51" dur="1" fill="hold">
                                          <p:stCondLst>
                                            <p:cond delay="0"/>
                                          </p:stCondLst>
                                        </p:cTn>
                                        <p:tgtEl>
                                          <p:spTgt spid="14"/>
                                        </p:tgtEl>
                                        <p:attrNameLst>
                                          <p:attrName>style.visibility</p:attrName>
                                        </p:attrNameLst>
                                      </p:cBhvr>
                                      <p:to>
                                        <p:strVal val="visible"/>
                                      </p:to>
                                    </p:set>
                                    <p:anim calcmode="lin" valueType="num">
                                      <p:cBhvr additive="base">
                                        <p:cTn id="52" dur="500" fill="hold"/>
                                        <p:tgtEl>
                                          <p:spTgt spid="14"/>
                                        </p:tgtEl>
                                        <p:attrNameLst>
                                          <p:attrName>ppt_x</p:attrName>
                                        </p:attrNameLst>
                                      </p:cBhvr>
                                      <p:tavLst>
                                        <p:tav tm="0">
                                          <p:val>
                                            <p:strVal val="#ppt_x"/>
                                          </p:val>
                                        </p:tav>
                                        <p:tav tm="100000">
                                          <p:val>
                                            <p:strVal val="#ppt_x"/>
                                          </p:val>
                                        </p:tav>
                                      </p:tavLst>
                                    </p:anim>
                                    <p:anim calcmode="lin" valueType="num">
                                      <p:cBhvr additive="base">
                                        <p:cTn id="53"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2" presetClass="entr" presetSubtype="4" fill="hold" grpId="0" nodeType="clickEffect">
                                  <p:stCondLst>
                                    <p:cond delay="0"/>
                                  </p:stCondLst>
                                  <p:childTnLst>
                                    <p:set>
                                      <p:cBhvr>
                                        <p:cTn id="57" dur="1" fill="hold">
                                          <p:stCondLst>
                                            <p:cond delay="0"/>
                                          </p:stCondLst>
                                        </p:cTn>
                                        <p:tgtEl>
                                          <p:spTgt spid="16"/>
                                        </p:tgtEl>
                                        <p:attrNameLst>
                                          <p:attrName>style.visibility</p:attrName>
                                        </p:attrNameLst>
                                      </p:cBhvr>
                                      <p:to>
                                        <p:strVal val="visible"/>
                                      </p:to>
                                    </p:set>
                                    <p:anim calcmode="lin" valueType="num">
                                      <p:cBhvr additive="base">
                                        <p:cTn id="58" dur="500" fill="hold"/>
                                        <p:tgtEl>
                                          <p:spTgt spid="16"/>
                                        </p:tgtEl>
                                        <p:attrNameLst>
                                          <p:attrName>ppt_x</p:attrName>
                                        </p:attrNameLst>
                                      </p:cBhvr>
                                      <p:tavLst>
                                        <p:tav tm="0">
                                          <p:val>
                                            <p:strVal val="#ppt_x"/>
                                          </p:val>
                                        </p:tav>
                                        <p:tav tm="100000">
                                          <p:val>
                                            <p:strVal val="#ppt_x"/>
                                          </p:val>
                                        </p:tav>
                                      </p:tavLst>
                                    </p:anim>
                                    <p:anim calcmode="lin" valueType="num">
                                      <p:cBhvr additive="base">
                                        <p:cTn id="59"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60" fill="hold">
                      <p:stCondLst>
                        <p:cond delay="indefinite"/>
                      </p:stCondLst>
                      <p:childTnLst>
                        <p:par>
                          <p:cTn id="61" fill="hold">
                            <p:stCondLst>
                              <p:cond delay="0"/>
                            </p:stCondLst>
                            <p:childTnLst>
                              <p:par>
                                <p:cTn id="62" presetID="21" presetClass="entr" presetSubtype="1" fill="hold" grpId="0" nodeType="clickEffect">
                                  <p:stCondLst>
                                    <p:cond delay="0"/>
                                  </p:stCondLst>
                                  <p:childTnLst>
                                    <p:set>
                                      <p:cBhvr>
                                        <p:cTn id="63" dur="1" fill="hold">
                                          <p:stCondLst>
                                            <p:cond delay="0"/>
                                          </p:stCondLst>
                                        </p:cTn>
                                        <p:tgtEl>
                                          <p:spTgt spid="17"/>
                                        </p:tgtEl>
                                        <p:attrNameLst>
                                          <p:attrName>style.visibility</p:attrName>
                                        </p:attrNameLst>
                                      </p:cBhvr>
                                      <p:to>
                                        <p:strVal val="visible"/>
                                      </p:to>
                                    </p:set>
                                    <p:animEffect transition="in" filter="wheel(1)">
                                      <p:cBhvr>
                                        <p:cTn id="64" dur="2000"/>
                                        <p:tgtEl>
                                          <p:spTgt spid="17"/>
                                        </p:tgtEl>
                                      </p:cBhvr>
                                    </p:animEffect>
                                  </p:childTnLst>
                                </p:cTn>
                              </p:par>
                            </p:childTnLst>
                          </p:cTn>
                        </p:par>
                      </p:childTnLst>
                    </p:cTn>
                  </p:par>
                  <p:par>
                    <p:cTn id="65" fill="hold">
                      <p:stCondLst>
                        <p:cond delay="indefinite"/>
                      </p:stCondLst>
                      <p:childTnLst>
                        <p:par>
                          <p:cTn id="66" fill="hold">
                            <p:stCondLst>
                              <p:cond delay="0"/>
                            </p:stCondLst>
                            <p:childTnLst>
                              <p:par>
                                <p:cTn id="67" presetID="2" presetClass="entr" presetSubtype="4" fill="hold" grpId="0" nodeType="clickEffect">
                                  <p:stCondLst>
                                    <p:cond delay="0"/>
                                  </p:stCondLst>
                                  <p:childTnLst>
                                    <p:set>
                                      <p:cBhvr>
                                        <p:cTn id="68" dur="1" fill="hold">
                                          <p:stCondLst>
                                            <p:cond delay="0"/>
                                          </p:stCondLst>
                                        </p:cTn>
                                        <p:tgtEl>
                                          <p:spTgt spid="20"/>
                                        </p:tgtEl>
                                        <p:attrNameLst>
                                          <p:attrName>style.visibility</p:attrName>
                                        </p:attrNameLst>
                                      </p:cBhvr>
                                      <p:to>
                                        <p:strVal val="visible"/>
                                      </p:to>
                                    </p:set>
                                    <p:anim calcmode="lin" valueType="num">
                                      <p:cBhvr additive="base">
                                        <p:cTn id="69" dur="500" fill="hold"/>
                                        <p:tgtEl>
                                          <p:spTgt spid="20"/>
                                        </p:tgtEl>
                                        <p:attrNameLst>
                                          <p:attrName>ppt_x</p:attrName>
                                        </p:attrNameLst>
                                      </p:cBhvr>
                                      <p:tavLst>
                                        <p:tav tm="0">
                                          <p:val>
                                            <p:strVal val="#ppt_x"/>
                                          </p:val>
                                        </p:tav>
                                        <p:tav tm="100000">
                                          <p:val>
                                            <p:strVal val="#ppt_x"/>
                                          </p:val>
                                        </p:tav>
                                      </p:tavLst>
                                    </p:anim>
                                    <p:anim calcmode="lin" valueType="num">
                                      <p:cBhvr additive="base">
                                        <p:cTn id="70"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P spid="6" grpId="0" build="p"/>
      <p:bldP spid="7" grpId="0" build="p"/>
      <p:bldP spid="3" grpId="0"/>
      <p:bldP spid="11" grpId="0"/>
      <p:bldP spid="12" grpId="0" animBg="1"/>
      <p:bldP spid="16" grpId="0"/>
      <p:bldP spid="17" grpId="0" animBg="1"/>
      <p:bldP spid="20"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480682-A87F-2E5B-9E0E-416BDAA05578}"/>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55DB9934-AEDF-D7F1-1987-E9505111F764}"/>
              </a:ext>
            </a:extLst>
          </p:cNvPr>
          <p:cNvSpPr>
            <a:spLocks noGrp="1"/>
          </p:cNvSpPr>
          <p:nvPr>
            <p:ph type="body" sz="quarter" idx="12"/>
          </p:nvPr>
        </p:nvSpPr>
        <p:spPr>
          <a:xfrm>
            <a:off x="660399" y="1920983"/>
            <a:ext cx="10824030" cy="469900"/>
          </a:xfrm>
        </p:spPr>
        <p:txBody>
          <a:bodyPr/>
          <a:lstStyle/>
          <a:p>
            <a:pPr marL="0" indent="0">
              <a:buNone/>
            </a:pPr>
            <a:r>
              <a:rPr lang="en-US" b="1" dirty="0"/>
              <a:t>LCRC Company Acquired 80% of the Net Assets of ABC Co, for 10M, the Fair Value of the NET IDENTIFIABLE ASSETS of ABC Co is 8M Book Value of these Net Assets were 7M</a:t>
            </a:r>
          </a:p>
          <a:p>
            <a:pPr marL="0" indent="0">
              <a:buNone/>
            </a:pPr>
            <a:r>
              <a:rPr lang="en-US" b="1" dirty="0"/>
              <a:t>Goodwill Is Computed as                   Parent 80%              </a:t>
            </a:r>
            <a:br>
              <a:rPr lang="en-US" b="1" dirty="0"/>
            </a:br>
            <a:r>
              <a:rPr lang="en-US" b="1" dirty="0"/>
              <a:t>Consideration Transferred                        10M </a:t>
            </a:r>
            <a:br>
              <a:rPr lang="en-US" b="1" dirty="0"/>
            </a:br>
            <a:r>
              <a:rPr lang="en-US" b="1" u="sng" dirty="0"/>
              <a:t>Less: Net Identifiable Assets                    (6.4M) </a:t>
            </a:r>
            <a:br>
              <a:rPr lang="en-US" b="1" u="sng" dirty="0"/>
            </a:br>
            <a:r>
              <a:rPr lang="en-US" b="1" dirty="0"/>
              <a:t>Goodwill                                                      3.6M</a:t>
            </a:r>
          </a:p>
          <a:p>
            <a:pPr marL="0" indent="0">
              <a:buNone/>
            </a:pPr>
            <a:endParaRPr lang="en-US" b="1" dirty="0"/>
          </a:p>
        </p:txBody>
      </p:sp>
      <p:sp>
        <p:nvSpPr>
          <p:cNvPr id="4" name="Title 3">
            <a:extLst>
              <a:ext uri="{FF2B5EF4-FFF2-40B4-BE49-F238E27FC236}">
                <a16:creationId xmlns:a16="http://schemas.microsoft.com/office/drawing/2014/main" id="{6EAC71B9-CB56-208E-ABCE-126E7E184075}"/>
              </a:ext>
            </a:extLst>
          </p:cNvPr>
          <p:cNvSpPr>
            <a:spLocks noGrp="1"/>
          </p:cNvSpPr>
          <p:nvPr>
            <p:ph type="title"/>
          </p:nvPr>
        </p:nvSpPr>
        <p:spPr>
          <a:xfrm>
            <a:off x="660400" y="184727"/>
            <a:ext cx="11705771" cy="830997"/>
          </a:xfrm>
        </p:spPr>
        <p:txBody>
          <a:bodyPr/>
          <a:lstStyle/>
          <a:p>
            <a:r>
              <a:rPr lang="en-US" dirty="0"/>
              <a:t>Case 2: Stock Acquisition Less than 100%</a:t>
            </a:r>
            <a:br>
              <a:rPr lang="en-US" dirty="0"/>
            </a:br>
            <a:r>
              <a:rPr lang="en-US" dirty="0"/>
              <a:t>@ Proportionate Method</a:t>
            </a:r>
          </a:p>
        </p:txBody>
      </p:sp>
      <p:pic>
        <p:nvPicPr>
          <p:cNvPr id="5" name="Picture 4" descr="eLearning">
            <a:extLst>
              <a:ext uri="{FF2B5EF4-FFF2-40B4-BE49-F238E27FC236}">
                <a16:creationId xmlns:a16="http://schemas.microsoft.com/office/drawing/2014/main" id="{4AA04770-5EDE-F15A-D651-DA549FBE5E2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3717" y="5578997"/>
            <a:ext cx="2096886" cy="1200439"/>
          </a:xfrm>
          <a:prstGeom prst="rect">
            <a:avLst/>
          </a:prstGeom>
          <a:noFill/>
          <a:extLst>
            <a:ext uri="{909E8E84-426E-40DD-AFC4-6F175D3DCCD1}">
              <a14:hiddenFill xmlns:a14="http://schemas.microsoft.com/office/drawing/2010/main">
                <a:solidFill>
                  <a:srgbClr val="FFFFFF"/>
                </a:solidFill>
              </a14:hiddenFill>
            </a:ext>
          </a:extLst>
        </p:spPr>
      </p:pic>
      <p:sp>
        <p:nvSpPr>
          <p:cNvPr id="6" name="Text Placeholder 1">
            <a:extLst>
              <a:ext uri="{FF2B5EF4-FFF2-40B4-BE49-F238E27FC236}">
                <a16:creationId xmlns:a16="http://schemas.microsoft.com/office/drawing/2014/main" id="{88D7EBE4-246C-29A4-7761-1D43270F0EE9}"/>
              </a:ext>
            </a:extLst>
          </p:cNvPr>
          <p:cNvSpPr txBox="1">
            <a:spLocks/>
          </p:cNvSpPr>
          <p:nvPr/>
        </p:nvSpPr>
        <p:spPr>
          <a:xfrm>
            <a:off x="660399" y="2592511"/>
            <a:ext cx="9583057" cy="469900"/>
          </a:xfrm>
          <a:prstGeom prst="rect">
            <a:avLst/>
          </a:prstGeom>
        </p:spPr>
        <p:txBody>
          <a:bodyPr/>
          <a:lstStyle>
            <a:lvl1pPr marL="266700" indent="-266700" algn="l" defTabSz="914400" rtl="0" eaLnBrk="1" latinLnBrk="0" hangingPunct="1">
              <a:lnSpc>
                <a:spcPct val="90000"/>
              </a:lnSpc>
              <a:spcBef>
                <a:spcPts val="1000"/>
              </a:spcBef>
              <a:buClr>
                <a:schemeClr val="accent4"/>
              </a:buClr>
              <a:buFont typeface="Wingdings" panose="05000000000000000000" pitchFamily="2" charset="2"/>
              <a:buChar char="§"/>
              <a:defRPr sz="2000" kern="1200">
                <a:solidFill>
                  <a:schemeClr val="tx1">
                    <a:lumMod val="75000"/>
                    <a:lumOff val="25000"/>
                  </a:schemeClr>
                </a:solidFill>
                <a:latin typeface="+mn-lt"/>
                <a:ea typeface="+mn-ea"/>
                <a:cs typeface="+mn-cs"/>
              </a:defRPr>
            </a:lvl1pPr>
            <a:lvl2pPr marL="542925" indent="-276225" algn="l" defTabSz="914400" rtl="0" eaLnBrk="1" latinLnBrk="0" hangingPunct="1">
              <a:lnSpc>
                <a:spcPct val="90000"/>
              </a:lnSpc>
              <a:spcBef>
                <a:spcPts val="500"/>
              </a:spcBef>
              <a:buClr>
                <a:schemeClr val="accent4"/>
              </a:buClr>
              <a:buFont typeface="Wingdings" panose="05000000000000000000" pitchFamily="2" charset="2"/>
              <a:buChar char="§"/>
              <a:defRPr sz="1800" kern="1200">
                <a:solidFill>
                  <a:schemeClr val="tx1">
                    <a:lumMod val="75000"/>
                    <a:lumOff val="25000"/>
                  </a:schemeClr>
                </a:solidFill>
                <a:latin typeface="+mn-lt"/>
                <a:ea typeface="+mn-ea"/>
                <a:cs typeface="+mn-cs"/>
              </a:defRPr>
            </a:lvl2pPr>
            <a:lvl3pPr marL="809625" indent="-266700" algn="l" defTabSz="914400" rtl="0" eaLnBrk="1" latinLnBrk="0" hangingPunct="1">
              <a:lnSpc>
                <a:spcPct val="90000"/>
              </a:lnSpc>
              <a:spcBef>
                <a:spcPts val="500"/>
              </a:spcBef>
              <a:buClr>
                <a:schemeClr val="accent4"/>
              </a:buClr>
              <a:buFont typeface="Wingdings" panose="05000000000000000000" pitchFamily="2" charset="2"/>
              <a:buChar char="§"/>
              <a:defRPr sz="1600" kern="1200">
                <a:solidFill>
                  <a:schemeClr val="tx1">
                    <a:lumMod val="75000"/>
                    <a:lumOff val="25000"/>
                  </a:schemeClr>
                </a:solidFill>
                <a:latin typeface="+mn-lt"/>
                <a:ea typeface="+mn-ea"/>
                <a:cs typeface="+mn-cs"/>
              </a:defRPr>
            </a:lvl3pPr>
            <a:lvl4pPr marL="1076325" indent="-266700" algn="l" defTabSz="914400" rtl="0" eaLnBrk="1" latinLnBrk="0" hangingPunct="1">
              <a:lnSpc>
                <a:spcPct val="90000"/>
              </a:lnSpc>
              <a:spcBef>
                <a:spcPts val="500"/>
              </a:spcBef>
              <a:buClr>
                <a:schemeClr val="accent4"/>
              </a:buClr>
              <a:buFont typeface="Wingdings" panose="05000000000000000000" pitchFamily="2" charset="2"/>
              <a:buChar char="§"/>
              <a:defRPr sz="1600" kern="1200">
                <a:solidFill>
                  <a:schemeClr val="tx1">
                    <a:lumMod val="75000"/>
                    <a:lumOff val="25000"/>
                  </a:schemeClr>
                </a:solidFill>
                <a:latin typeface="+mn-lt"/>
                <a:ea typeface="+mn-ea"/>
                <a:cs typeface="+mn-cs"/>
              </a:defRPr>
            </a:lvl4pPr>
            <a:lvl5pPr marL="1343025" indent="-266700" algn="l" defTabSz="914400" rtl="0" eaLnBrk="1" latinLnBrk="0" hangingPunct="1">
              <a:lnSpc>
                <a:spcPct val="90000"/>
              </a:lnSpc>
              <a:spcBef>
                <a:spcPts val="500"/>
              </a:spcBef>
              <a:buClr>
                <a:schemeClr val="accent4"/>
              </a:buClr>
              <a:buFont typeface="Wingdings" panose="05000000000000000000" pitchFamily="2" charset="2"/>
              <a:buChar char="§"/>
              <a:defRPr sz="16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Wingdings" panose="05000000000000000000" pitchFamily="2" charset="2"/>
              <a:buNone/>
            </a:pPr>
            <a:endParaRPr lang="en-US" dirty="0"/>
          </a:p>
        </p:txBody>
      </p:sp>
      <p:sp>
        <p:nvSpPr>
          <p:cNvPr id="7" name="Text Placeholder 1">
            <a:extLst>
              <a:ext uri="{FF2B5EF4-FFF2-40B4-BE49-F238E27FC236}">
                <a16:creationId xmlns:a16="http://schemas.microsoft.com/office/drawing/2014/main" id="{8CDEC44C-D259-4D9C-340F-A6837B927DF7}"/>
              </a:ext>
            </a:extLst>
          </p:cNvPr>
          <p:cNvSpPr txBox="1">
            <a:spLocks/>
          </p:cNvSpPr>
          <p:nvPr/>
        </p:nvSpPr>
        <p:spPr>
          <a:xfrm>
            <a:off x="660399" y="3140321"/>
            <a:ext cx="9583057" cy="469900"/>
          </a:xfrm>
          <a:prstGeom prst="rect">
            <a:avLst/>
          </a:prstGeom>
        </p:spPr>
        <p:txBody>
          <a:bodyPr/>
          <a:lstStyle>
            <a:lvl1pPr marL="266700" indent="-266700" algn="l" defTabSz="914400" rtl="0" eaLnBrk="1" latinLnBrk="0" hangingPunct="1">
              <a:lnSpc>
                <a:spcPct val="90000"/>
              </a:lnSpc>
              <a:spcBef>
                <a:spcPts val="1000"/>
              </a:spcBef>
              <a:buClr>
                <a:schemeClr val="accent4"/>
              </a:buClr>
              <a:buFont typeface="Wingdings" panose="05000000000000000000" pitchFamily="2" charset="2"/>
              <a:buChar char="§"/>
              <a:defRPr sz="2000" kern="1200">
                <a:solidFill>
                  <a:schemeClr val="tx1">
                    <a:lumMod val="75000"/>
                    <a:lumOff val="25000"/>
                  </a:schemeClr>
                </a:solidFill>
                <a:latin typeface="+mn-lt"/>
                <a:ea typeface="+mn-ea"/>
                <a:cs typeface="+mn-cs"/>
              </a:defRPr>
            </a:lvl1pPr>
            <a:lvl2pPr marL="542925" indent="-276225" algn="l" defTabSz="914400" rtl="0" eaLnBrk="1" latinLnBrk="0" hangingPunct="1">
              <a:lnSpc>
                <a:spcPct val="90000"/>
              </a:lnSpc>
              <a:spcBef>
                <a:spcPts val="500"/>
              </a:spcBef>
              <a:buClr>
                <a:schemeClr val="accent4"/>
              </a:buClr>
              <a:buFont typeface="Wingdings" panose="05000000000000000000" pitchFamily="2" charset="2"/>
              <a:buChar char="§"/>
              <a:defRPr sz="1800" kern="1200">
                <a:solidFill>
                  <a:schemeClr val="tx1">
                    <a:lumMod val="75000"/>
                    <a:lumOff val="25000"/>
                  </a:schemeClr>
                </a:solidFill>
                <a:latin typeface="+mn-lt"/>
                <a:ea typeface="+mn-ea"/>
                <a:cs typeface="+mn-cs"/>
              </a:defRPr>
            </a:lvl2pPr>
            <a:lvl3pPr marL="809625" indent="-266700" algn="l" defTabSz="914400" rtl="0" eaLnBrk="1" latinLnBrk="0" hangingPunct="1">
              <a:lnSpc>
                <a:spcPct val="90000"/>
              </a:lnSpc>
              <a:spcBef>
                <a:spcPts val="500"/>
              </a:spcBef>
              <a:buClr>
                <a:schemeClr val="accent4"/>
              </a:buClr>
              <a:buFont typeface="Wingdings" panose="05000000000000000000" pitchFamily="2" charset="2"/>
              <a:buChar char="§"/>
              <a:defRPr sz="1600" kern="1200">
                <a:solidFill>
                  <a:schemeClr val="tx1">
                    <a:lumMod val="75000"/>
                    <a:lumOff val="25000"/>
                  </a:schemeClr>
                </a:solidFill>
                <a:latin typeface="+mn-lt"/>
                <a:ea typeface="+mn-ea"/>
                <a:cs typeface="+mn-cs"/>
              </a:defRPr>
            </a:lvl3pPr>
            <a:lvl4pPr marL="1076325" indent="-266700" algn="l" defTabSz="914400" rtl="0" eaLnBrk="1" latinLnBrk="0" hangingPunct="1">
              <a:lnSpc>
                <a:spcPct val="90000"/>
              </a:lnSpc>
              <a:spcBef>
                <a:spcPts val="500"/>
              </a:spcBef>
              <a:buClr>
                <a:schemeClr val="accent4"/>
              </a:buClr>
              <a:buFont typeface="Wingdings" panose="05000000000000000000" pitchFamily="2" charset="2"/>
              <a:buChar char="§"/>
              <a:defRPr sz="1600" kern="1200">
                <a:solidFill>
                  <a:schemeClr val="tx1">
                    <a:lumMod val="75000"/>
                    <a:lumOff val="25000"/>
                  </a:schemeClr>
                </a:solidFill>
                <a:latin typeface="+mn-lt"/>
                <a:ea typeface="+mn-ea"/>
                <a:cs typeface="+mn-cs"/>
              </a:defRPr>
            </a:lvl4pPr>
            <a:lvl5pPr marL="1343025" indent="-266700" algn="l" defTabSz="914400" rtl="0" eaLnBrk="1" latinLnBrk="0" hangingPunct="1">
              <a:lnSpc>
                <a:spcPct val="90000"/>
              </a:lnSpc>
              <a:spcBef>
                <a:spcPts val="500"/>
              </a:spcBef>
              <a:buClr>
                <a:schemeClr val="accent4"/>
              </a:buClr>
              <a:buFont typeface="Wingdings" panose="05000000000000000000" pitchFamily="2" charset="2"/>
              <a:buChar char="§"/>
              <a:defRPr sz="16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Wingdings" panose="05000000000000000000" pitchFamily="2" charset="2"/>
              <a:buNone/>
            </a:pPr>
            <a:endParaRPr lang="en-US" dirty="0"/>
          </a:p>
        </p:txBody>
      </p:sp>
      <p:sp>
        <p:nvSpPr>
          <p:cNvPr id="19" name="TextBox 18">
            <a:extLst>
              <a:ext uri="{FF2B5EF4-FFF2-40B4-BE49-F238E27FC236}">
                <a16:creationId xmlns:a16="http://schemas.microsoft.com/office/drawing/2014/main" id="{C60F63D1-A31B-F800-9D76-265EA6E1752F}"/>
              </a:ext>
            </a:extLst>
          </p:cNvPr>
          <p:cNvSpPr txBox="1"/>
          <p:nvPr/>
        </p:nvSpPr>
        <p:spPr>
          <a:xfrm>
            <a:off x="5301839" y="3111476"/>
            <a:ext cx="6182590" cy="369332"/>
          </a:xfrm>
          <a:prstGeom prst="rect">
            <a:avLst/>
          </a:prstGeom>
          <a:noFill/>
        </p:spPr>
        <p:txBody>
          <a:bodyPr wrap="square">
            <a:spAutoFit/>
          </a:bodyPr>
          <a:lstStyle/>
          <a:p>
            <a:r>
              <a:rPr lang="en-US" b="1" dirty="0"/>
              <a:t>=8M x 80%</a:t>
            </a:r>
          </a:p>
        </p:txBody>
      </p:sp>
    </p:spTree>
    <p:extLst>
      <p:ext uri="{BB962C8B-B14F-4D97-AF65-F5344CB8AC3E}">
        <p14:creationId xmlns:p14="http://schemas.microsoft.com/office/powerpoint/2010/main" val="674546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anim calcmode="lin" valueType="num">
                                      <p:cBhvr>
                                        <p:cTn id="8"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1" end="1"/>
                                            </p:txEl>
                                          </p:spTgt>
                                        </p:tgtEl>
                                        <p:attrNameLst>
                                          <p:attrName>style.visibility</p:attrName>
                                        </p:attrNameLst>
                                      </p:cBhvr>
                                      <p:to>
                                        <p:strVal val="visible"/>
                                      </p:to>
                                    </p:set>
                                    <p:animEffect transition="in" filter="fade">
                                      <p:cBhvr>
                                        <p:cTn id="14" dur="1000"/>
                                        <p:tgtEl>
                                          <p:spTgt spid="2">
                                            <p:txEl>
                                              <p:pRg st="1" end="1"/>
                                            </p:txEl>
                                          </p:spTgt>
                                        </p:tgtEl>
                                      </p:cBhvr>
                                    </p:animEffect>
                                    <p:anim calcmode="lin" valueType="num">
                                      <p:cBhvr>
                                        <p:cTn id="15"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6">
                                            <p:txEl>
                                              <p:pRg st="0" end="0"/>
                                            </p:txEl>
                                          </p:spTgt>
                                        </p:tgtEl>
                                        <p:attrNameLst>
                                          <p:attrName>style.visibility</p:attrName>
                                        </p:attrNameLst>
                                      </p:cBhvr>
                                      <p:to>
                                        <p:strVal val="visible"/>
                                      </p:to>
                                    </p:set>
                                    <p:animEffect transition="in" filter="fade">
                                      <p:cBhvr>
                                        <p:cTn id="21" dur="1000"/>
                                        <p:tgtEl>
                                          <p:spTgt spid="6">
                                            <p:txEl>
                                              <p:pRg st="0" end="0"/>
                                            </p:txEl>
                                          </p:spTgt>
                                        </p:tgtEl>
                                      </p:cBhvr>
                                    </p:animEffect>
                                    <p:anim calcmode="lin" valueType="num">
                                      <p:cBhvr>
                                        <p:cTn id="22"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23"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7">
                                            <p:txEl>
                                              <p:pRg st="0" end="0"/>
                                            </p:txEl>
                                          </p:spTgt>
                                        </p:tgtEl>
                                        <p:attrNameLst>
                                          <p:attrName>style.visibility</p:attrName>
                                        </p:attrNameLst>
                                      </p:cBhvr>
                                      <p:to>
                                        <p:strVal val="visible"/>
                                      </p:to>
                                    </p:set>
                                    <p:animEffect transition="in" filter="fade">
                                      <p:cBhvr>
                                        <p:cTn id="28" dur="1000"/>
                                        <p:tgtEl>
                                          <p:spTgt spid="7">
                                            <p:txEl>
                                              <p:pRg st="0" end="0"/>
                                            </p:txEl>
                                          </p:spTgt>
                                        </p:tgtEl>
                                      </p:cBhvr>
                                    </p:animEffect>
                                    <p:anim calcmode="lin" valueType="num">
                                      <p:cBhvr>
                                        <p:cTn id="29"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19"/>
                                        </p:tgtEl>
                                        <p:attrNameLst>
                                          <p:attrName>style.visibility</p:attrName>
                                        </p:attrNameLst>
                                      </p:cBhvr>
                                      <p:to>
                                        <p:strVal val="visible"/>
                                      </p:to>
                                    </p:set>
                                    <p:anim calcmode="lin" valueType="num">
                                      <p:cBhvr additive="base">
                                        <p:cTn id="35" dur="500" fill="hold"/>
                                        <p:tgtEl>
                                          <p:spTgt spid="19"/>
                                        </p:tgtEl>
                                        <p:attrNameLst>
                                          <p:attrName>ppt_x</p:attrName>
                                        </p:attrNameLst>
                                      </p:cBhvr>
                                      <p:tavLst>
                                        <p:tav tm="0">
                                          <p:val>
                                            <p:strVal val="#ppt_x"/>
                                          </p:val>
                                        </p:tav>
                                        <p:tav tm="100000">
                                          <p:val>
                                            <p:strVal val="#ppt_x"/>
                                          </p:val>
                                        </p:tav>
                                      </p:tavLst>
                                    </p:anim>
                                    <p:anim calcmode="lin" valueType="num">
                                      <p:cBhvr additive="base">
                                        <p:cTn id="36"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6" grpId="0" build="p"/>
      <p:bldP spid="7" grpId="0" build="p"/>
      <p:bldP spid="19"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842A61-2E62-9DAB-B835-349EB0E77C9B}"/>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49A9E81D-CB8A-AB9D-8CCB-9BB181D6298E}"/>
              </a:ext>
            </a:extLst>
          </p:cNvPr>
          <p:cNvSpPr>
            <a:spLocks noGrp="1"/>
          </p:cNvSpPr>
          <p:nvPr>
            <p:ph type="body" sz="quarter" idx="12"/>
          </p:nvPr>
        </p:nvSpPr>
        <p:spPr>
          <a:xfrm>
            <a:off x="660399" y="1920983"/>
            <a:ext cx="10824030" cy="469900"/>
          </a:xfrm>
        </p:spPr>
        <p:txBody>
          <a:bodyPr/>
          <a:lstStyle/>
          <a:p>
            <a:pPr marL="0" indent="0">
              <a:buNone/>
            </a:pPr>
            <a:r>
              <a:rPr lang="en-US" b="1" dirty="0"/>
              <a:t>LCRC Company Acquired 80% of the Net Assets of ABC Co, for 10M, the Fair Value of the NET IDENTIFIABLE ASSETS of ABC Co is 8M Book Value of these Net Assets were 7M</a:t>
            </a:r>
          </a:p>
          <a:p>
            <a:pPr marL="0" indent="0">
              <a:buNone/>
            </a:pPr>
            <a:r>
              <a:rPr lang="en-US" b="1" dirty="0"/>
              <a:t>Goodwill Is Computed as                   Parent 80%               </a:t>
            </a:r>
            <a:br>
              <a:rPr lang="en-US" b="1" dirty="0"/>
            </a:br>
            <a:r>
              <a:rPr lang="en-US" b="1" dirty="0"/>
              <a:t>Consideration Transferred                         10M</a:t>
            </a:r>
            <a:br>
              <a:rPr lang="en-US" b="1" dirty="0"/>
            </a:br>
            <a:r>
              <a:rPr lang="en-US" b="1" u="sng" dirty="0"/>
              <a:t>Less: BV of NA                                            (5.6M)</a:t>
            </a:r>
            <a:br>
              <a:rPr lang="en-US" b="1" dirty="0"/>
            </a:br>
            <a:r>
              <a:rPr lang="en-US" b="1" dirty="0"/>
              <a:t>Unamortized Excess                                  4.4M</a:t>
            </a:r>
            <a:br>
              <a:rPr lang="en-US" b="1" dirty="0"/>
            </a:br>
            <a:r>
              <a:rPr lang="en-US" b="1" u="sng" dirty="0"/>
              <a:t>Less: Undervalued Assets                         (800k)</a:t>
            </a:r>
            <a:br>
              <a:rPr lang="en-US" b="1" u="sng" dirty="0"/>
            </a:br>
            <a:r>
              <a:rPr lang="en-US" b="1" dirty="0"/>
              <a:t>Goodwill                                                      3.6M</a:t>
            </a:r>
          </a:p>
        </p:txBody>
      </p:sp>
      <p:sp>
        <p:nvSpPr>
          <p:cNvPr id="4" name="Title 3">
            <a:extLst>
              <a:ext uri="{FF2B5EF4-FFF2-40B4-BE49-F238E27FC236}">
                <a16:creationId xmlns:a16="http://schemas.microsoft.com/office/drawing/2014/main" id="{1BABFF40-3270-F81A-6228-AE583B9C42DF}"/>
              </a:ext>
            </a:extLst>
          </p:cNvPr>
          <p:cNvSpPr>
            <a:spLocks noGrp="1"/>
          </p:cNvSpPr>
          <p:nvPr>
            <p:ph type="title"/>
          </p:nvPr>
        </p:nvSpPr>
        <p:spPr>
          <a:xfrm>
            <a:off x="660400" y="184727"/>
            <a:ext cx="11705771" cy="830997"/>
          </a:xfrm>
        </p:spPr>
        <p:txBody>
          <a:bodyPr/>
          <a:lstStyle/>
          <a:p>
            <a:r>
              <a:rPr lang="en-US" dirty="0"/>
              <a:t>Case 2: Stock Acquisition Less than 100%</a:t>
            </a:r>
            <a:br>
              <a:rPr lang="en-US" dirty="0"/>
            </a:br>
            <a:r>
              <a:rPr lang="en-US" dirty="0"/>
              <a:t>@ Proportionate Method</a:t>
            </a:r>
          </a:p>
        </p:txBody>
      </p:sp>
      <p:pic>
        <p:nvPicPr>
          <p:cNvPr id="5" name="Picture 4" descr="eLearning">
            <a:extLst>
              <a:ext uri="{FF2B5EF4-FFF2-40B4-BE49-F238E27FC236}">
                <a16:creationId xmlns:a16="http://schemas.microsoft.com/office/drawing/2014/main" id="{A3EC017C-AD30-2A7F-F739-5B5035B71F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3717" y="5578997"/>
            <a:ext cx="2096886" cy="1200439"/>
          </a:xfrm>
          <a:prstGeom prst="rect">
            <a:avLst/>
          </a:prstGeom>
          <a:noFill/>
          <a:extLst>
            <a:ext uri="{909E8E84-426E-40DD-AFC4-6F175D3DCCD1}">
              <a14:hiddenFill xmlns:a14="http://schemas.microsoft.com/office/drawing/2010/main">
                <a:solidFill>
                  <a:srgbClr val="FFFFFF"/>
                </a:solidFill>
              </a14:hiddenFill>
            </a:ext>
          </a:extLst>
        </p:spPr>
      </p:pic>
      <p:sp>
        <p:nvSpPr>
          <p:cNvPr id="6" name="Text Placeholder 1">
            <a:extLst>
              <a:ext uri="{FF2B5EF4-FFF2-40B4-BE49-F238E27FC236}">
                <a16:creationId xmlns:a16="http://schemas.microsoft.com/office/drawing/2014/main" id="{5CC66B2E-DB21-8149-DFEA-4A5724772128}"/>
              </a:ext>
            </a:extLst>
          </p:cNvPr>
          <p:cNvSpPr txBox="1">
            <a:spLocks/>
          </p:cNvSpPr>
          <p:nvPr/>
        </p:nvSpPr>
        <p:spPr>
          <a:xfrm>
            <a:off x="660399" y="2592511"/>
            <a:ext cx="9583057" cy="469900"/>
          </a:xfrm>
          <a:prstGeom prst="rect">
            <a:avLst/>
          </a:prstGeom>
        </p:spPr>
        <p:txBody>
          <a:bodyPr/>
          <a:lstStyle>
            <a:lvl1pPr marL="266700" indent="-266700" algn="l" defTabSz="914400" rtl="0" eaLnBrk="1" latinLnBrk="0" hangingPunct="1">
              <a:lnSpc>
                <a:spcPct val="90000"/>
              </a:lnSpc>
              <a:spcBef>
                <a:spcPts val="1000"/>
              </a:spcBef>
              <a:buClr>
                <a:schemeClr val="accent4"/>
              </a:buClr>
              <a:buFont typeface="Wingdings" panose="05000000000000000000" pitchFamily="2" charset="2"/>
              <a:buChar char="§"/>
              <a:defRPr sz="2000" kern="1200">
                <a:solidFill>
                  <a:schemeClr val="tx1">
                    <a:lumMod val="75000"/>
                    <a:lumOff val="25000"/>
                  </a:schemeClr>
                </a:solidFill>
                <a:latin typeface="+mn-lt"/>
                <a:ea typeface="+mn-ea"/>
                <a:cs typeface="+mn-cs"/>
              </a:defRPr>
            </a:lvl1pPr>
            <a:lvl2pPr marL="542925" indent="-276225" algn="l" defTabSz="914400" rtl="0" eaLnBrk="1" latinLnBrk="0" hangingPunct="1">
              <a:lnSpc>
                <a:spcPct val="90000"/>
              </a:lnSpc>
              <a:spcBef>
                <a:spcPts val="500"/>
              </a:spcBef>
              <a:buClr>
                <a:schemeClr val="accent4"/>
              </a:buClr>
              <a:buFont typeface="Wingdings" panose="05000000000000000000" pitchFamily="2" charset="2"/>
              <a:buChar char="§"/>
              <a:defRPr sz="1800" kern="1200">
                <a:solidFill>
                  <a:schemeClr val="tx1">
                    <a:lumMod val="75000"/>
                    <a:lumOff val="25000"/>
                  </a:schemeClr>
                </a:solidFill>
                <a:latin typeface="+mn-lt"/>
                <a:ea typeface="+mn-ea"/>
                <a:cs typeface="+mn-cs"/>
              </a:defRPr>
            </a:lvl2pPr>
            <a:lvl3pPr marL="809625" indent="-266700" algn="l" defTabSz="914400" rtl="0" eaLnBrk="1" latinLnBrk="0" hangingPunct="1">
              <a:lnSpc>
                <a:spcPct val="90000"/>
              </a:lnSpc>
              <a:spcBef>
                <a:spcPts val="500"/>
              </a:spcBef>
              <a:buClr>
                <a:schemeClr val="accent4"/>
              </a:buClr>
              <a:buFont typeface="Wingdings" panose="05000000000000000000" pitchFamily="2" charset="2"/>
              <a:buChar char="§"/>
              <a:defRPr sz="1600" kern="1200">
                <a:solidFill>
                  <a:schemeClr val="tx1">
                    <a:lumMod val="75000"/>
                    <a:lumOff val="25000"/>
                  </a:schemeClr>
                </a:solidFill>
                <a:latin typeface="+mn-lt"/>
                <a:ea typeface="+mn-ea"/>
                <a:cs typeface="+mn-cs"/>
              </a:defRPr>
            </a:lvl3pPr>
            <a:lvl4pPr marL="1076325" indent="-266700" algn="l" defTabSz="914400" rtl="0" eaLnBrk="1" latinLnBrk="0" hangingPunct="1">
              <a:lnSpc>
                <a:spcPct val="90000"/>
              </a:lnSpc>
              <a:spcBef>
                <a:spcPts val="500"/>
              </a:spcBef>
              <a:buClr>
                <a:schemeClr val="accent4"/>
              </a:buClr>
              <a:buFont typeface="Wingdings" panose="05000000000000000000" pitchFamily="2" charset="2"/>
              <a:buChar char="§"/>
              <a:defRPr sz="1600" kern="1200">
                <a:solidFill>
                  <a:schemeClr val="tx1">
                    <a:lumMod val="75000"/>
                    <a:lumOff val="25000"/>
                  </a:schemeClr>
                </a:solidFill>
                <a:latin typeface="+mn-lt"/>
                <a:ea typeface="+mn-ea"/>
                <a:cs typeface="+mn-cs"/>
              </a:defRPr>
            </a:lvl4pPr>
            <a:lvl5pPr marL="1343025" indent="-266700" algn="l" defTabSz="914400" rtl="0" eaLnBrk="1" latinLnBrk="0" hangingPunct="1">
              <a:lnSpc>
                <a:spcPct val="90000"/>
              </a:lnSpc>
              <a:spcBef>
                <a:spcPts val="500"/>
              </a:spcBef>
              <a:buClr>
                <a:schemeClr val="accent4"/>
              </a:buClr>
              <a:buFont typeface="Wingdings" panose="05000000000000000000" pitchFamily="2" charset="2"/>
              <a:buChar char="§"/>
              <a:defRPr sz="16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Wingdings" panose="05000000000000000000" pitchFamily="2" charset="2"/>
              <a:buNone/>
            </a:pPr>
            <a:endParaRPr lang="en-US" dirty="0"/>
          </a:p>
        </p:txBody>
      </p:sp>
      <p:sp>
        <p:nvSpPr>
          <p:cNvPr id="7" name="Text Placeholder 1">
            <a:extLst>
              <a:ext uri="{FF2B5EF4-FFF2-40B4-BE49-F238E27FC236}">
                <a16:creationId xmlns:a16="http://schemas.microsoft.com/office/drawing/2014/main" id="{CD5F1ECA-29A4-6991-48C7-CACF35BA0420}"/>
              </a:ext>
            </a:extLst>
          </p:cNvPr>
          <p:cNvSpPr txBox="1">
            <a:spLocks/>
          </p:cNvSpPr>
          <p:nvPr/>
        </p:nvSpPr>
        <p:spPr>
          <a:xfrm>
            <a:off x="660399" y="3140321"/>
            <a:ext cx="9583057" cy="469900"/>
          </a:xfrm>
          <a:prstGeom prst="rect">
            <a:avLst/>
          </a:prstGeom>
        </p:spPr>
        <p:txBody>
          <a:bodyPr/>
          <a:lstStyle>
            <a:lvl1pPr marL="266700" indent="-266700" algn="l" defTabSz="914400" rtl="0" eaLnBrk="1" latinLnBrk="0" hangingPunct="1">
              <a:lnSpc>
                <a:spcPct val="90000"/>
              </a:lnSpc>
              <a:spcBef>
                <a:spcPts val="1000"/>
              </a:spcBef>
              <a:buClr>
                <a:schemeClr val="accent4"/>
              </a:buClr>
              <a:buFont typeface="Wingdings" panose="05000000000000000000" pitchFamily="2" charset="2"/>
              <a:buChar char="§"/>
              <a:defRPr sz="2000" kern="1200">
                <a:solidFill>
                  <a:schemeClr val="tx1">
                    <a:lumMod val="75000"/>
                    <a:lumOff val="25000"/>
                  </a:schemeClr>
                </a:solidFill>
                <a:latin typeface="+mn-lt"/>
                <a:ea typeface="+mn-ea"/>
                <a:cs typeface="+mn-cs"/>
              </a:defRPr>
            </a:lvl1pPr>
            <a:lvl2pPr marL="542925" indent="-276225" algn="l" defTabSz="914400" rtl="0" eaLnBrk="1" latinLnBrk="0" hangingPunct="1">
              <a:lnSpc>
                <a:spcPct val="90000"/>
              </a:lnSpc>
              <a:spcBef>
                <a:spcPts val="500"/>
              </a:spcBef>
              <a:buClr>
                <a:schemeClr val="accent4"/>
              </a:buClr>
              <a:buFont typeface="Wingdings" panose="05000000000000000000" pitchFamily="2" charset="2"/>
              <a:buChar char="§"/>
              <a:defRPr sz="1800" kern="1200">
                <a:solidFill>
                  <a:schemeClr val="tx1">
                    <a:lumMod val="75000"/>
                    <a:lumOff val="25000"/>
                  </a:schemeClr>
                </a:solidFill>
                <a:latin typeface="+mn-lt"/>
                <a:ea typeface="+mn-ea"/>
                <a:cs typeface="+mn-cs"/>
              </a:defRPr>
            </a:lvl2pPr>
            <a:lvl3pPr marL="809625" indent="-266700" algn="l" defTabSz="914400" rtl="0" eaLnBrk="1" latinLnBrk="0" hangingPunct="1">
              <a:lnSpc>
                <a:spcPct val="90000"/>
              </a:lnSpc>
              <a:spcBef>
                <a:spcPts val="500"/>
              </a:spcBef>
              <a:buClr>
                <a:schemeClr val="accent4"/>
              </a:buClr>
              <a:buFont typeface="Wingdings" panose="05000000000000000000" pitchFamily="2" charset="2"/>
              <a:buChar char="§"/>
              <a:defRPr sz="1600" kern="1200">
                <a:solidFill>
                  <a:schemeClr val="tx1">
                    <a:lumMod val="75000"/>
                    <a:lumOff val="25000"/>
                  </a:schemeClr>
                </a:solidFill>
                <a:latin typeface="+mn-lt"/>
                <a:ea typeface="+mn-ea"/>
                <a:cs typeface="+mn-cs"/>
              </a:defRPr>
            </a:lvl3pPr>
            <a:lvl4pPr marL="1076325" indent="-266700" algn="l" defTabSz="914400" rtl="0" eaLnBrk="1" latinLnBrk="0" hangingPunct="1">
              <a:lnSpc>
                <a:spcPct val="90000"/>
              </a:lnSpc>
              <a:spcBef>
                <a:spcPts val="500"/>
              </a:spcBef>
              <a:buClr>
                <a:schemeClr val="accent4"/>
              </a:buClr>
              <a:buFont typeface="Wingdings" panose="05000000000000000000" pitchFamily="2" charset="2"/>
              <a:buChar char="§"/>
              <a:defRPr sz="1600" kern="1200">
                <a:solidFill>
                  <a:schemeClr val="tx1">
                    <a:lumMod val="75000"/>
                    <a:lumOff val="25000"/>
                  </a:schemeClr>
                </a:solidFill>
                <a:latin typeface="+mn-lt"/>
                <a:ea typeface="+mn-ea"/>
                <a:cs typeface="+mn-cs"/>
              </a:defRPr>
            </a:lvl4pPr>
            <a:lvl5pPr marL="1343025" indent="-266700" algn="l" defTabSz="914400" rtl="0" eaLnBrk="1" latinLnBrk="0" hangingPunct="1">
              <a:lnSpc>
                <a:spcPct val="90000"/>
              </a:lnSpc>
              <a:spcBef>
                <a:spcPts val="500"/>
              </a:spcBef>
              <a:buClr>
                <a:schemeClr val="accent4"/>
              </a:buClr>
              <a:buFont typeface="Wingdings" panose="05000000000000000000" pitchFamily="2" charset="2"/>
              <a:buChar char="§"/>
              <a:defRPr sz="16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Wingdings" panose="05000000000000000000" pitchFamily="2" charset="2"/>
              <a:buNone/>
            </a:pPr>
            <a:endParaRPr lang="en-US" dirty="0"/>
          </a:p>
        </p:txBody>
      </p:sp>
      <p:sp>
        <p:nvSpPr>
          <p:cNvPr id="13" name="TextBox 12">
            <a:extLst>
              <a:ext uri="{FF2B5EF4-FFF2-40B4-BE49-F238E27FC236}">
                <a16:creationId xmlns:a16="http://schemas.microsoft.com/office/drawing/2014/main" id="{6806BC03-D46C-617D-DDF1-DD24824FF202}"/>
              </a:ext>
            </a:extLst>
          </p:cNvPr>
          <p:cNvSpPr txBox="1"/>
          <p:nvPr/>
        </p:nvSpPr>
        <p:spPr>
          <a:xfrm>
            <a:off x="5301839" y="3677467"/>
            <a:ext cx="6182590" cy="369332"/>
          </a:xfrm>
          <a:prstGeom prst="rect">
            <a:avLst/>
          </a:prstGeom>
          <a:noFill/>
        </p:spPr>
        <p:txBody>
          <a:bodyPr wrap="square">
            <a:spAutoFit/>
          </a:bodyPr>
          <a:lstStyle/>
          <a:p>
            <a:r>
              <a:rPr lang="en-US" b="1" dirty="0"/>
              <a:t>FV of NA 8M – BV NA 7M = 1M</a:t>
            </a:r>
          </a:p>
        </p:txBody>
      </p:sp>
      <p:sp>
        <p:nvSpPr>
          <p:cNvPr id="8" name="TextBox 7">
            <a:extLst>
              <a:ext uri="{FF2B5EF4-FFF2-40B4-BE49-F238E27FC236}">
                <a16:creationId xmlns:a16="http://schemas.microsoft.com/office/drawing/2014/main" id="{695A2C79-E68F-8D5D-A62A-A4E91FA06F75}"/>
              </a:ext>
            </a:extLst>
          </p:cNvPr>
          <p:cNvSpPr txBox="1"/>
          <p:nvPr/>
        </p:nvSpPr>
        <p:spPr>
          <a:xfrm>
            <a:off x="660399" y="4573639"/>
            <a:ext cx="8681028" cy="369332"/>
          </a:xfrm>
          <a:prstGeom prst="rect">
            <a:avLst/>
          </a:prstGeom>
          <a:noFill/>
        </p:spPr>
        <p:txBody>
          <a:bodyPr wrap="square">
            <a:spAutoFit/>
          </a:bodyPr>
          <a:lstStyle/>
          <a:p>
            <a:pPr marL="0" indent="0">
              <a:buNone/>
            </a:pPr>
            <a:r>
              <a:rPr lang="en-US" b="1" dirty="0">
                <a:solidFill>
                  <a:srgbClr val="C00000"/>
                </a:solidFill>
              </a:rPr>
              <a:t>NOTE THAT UNDER THE PROPORTIONATE METHOD NCI GOODWILL IS ALWAYS ZERO</a:t>
            </a:r>
          </a:p>
        </p:txBody>
      </p:sp>
    </p:spTree>
    <p:extLst>
      <p:ext uri="{BB962C8B-B14F-4D97-AF65-F5344CB8AC3E}">
        <p14:creationId xmlns:p14="http://schemas.microsoft.com/office/powerpoint/2010/main" val="8404949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anim calcmode="lin" valueType="num">
                                      <p:cBhvr>
                                        <p:cTn id="8"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1" end="1"/>
                                            </p:txEl>
                                          </p:spTgt>
                                        </p:tgtEl>
                                        <p:attrNameLst>
                                          <p:attrName>style.visibility</p:attrName>
                                        </p:attrNameLst>
                                      </p:cBhvr>
                                      <p:to>
                                        <p:strVal val="visible"/>
                                      </p:to>
                                    </p:set>
                                    <p:animEffect transition="in" filter="fade">
                                      <p:cBhvr>
                                        <p:cTn id="14" dur="1000"/>
                                        <p:tgtEl>
                                          <p:spTgt spid="2">
                                            <p:txEl>
                                              <p:pRg st="1" end="1"/>
                                            </p:txEl>
                                          </p:spTgt>
                                        </p:tgtEl>
                                      </p:cBhvr>
                                    </p:animEffect>
                                    <p:anim calcmode="lin" valueType="num">
                                      <p:cBhvr>
                                        <p:cTn id="15"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6">
                                            <p:txEl>
                                              <p:pRg st="0" end="0"/>
                                            </p:txEl>
                                          </p:spTgt>
                                        </p:tgtEl>
                                        <p:attrNameLst>
                                          <p:attrName>style.visibility</p:attrName>
                                        </p:attrNameLst>
                                      </p:cBhvr>
                                      <p:to>
                                        <p:strVal val="visible"/>
                                      </p:to>
                                    </p:set>
                                    <p:animEffect transition="in" filter="fade">
                                      <p:cBhvr>
                                        <p:cTn id="21" dur="1000"/>
                                        <p:tgtEl>
                                          <p:spTgt spid="6">
                                            <p:txEl>
                                              <p:pRg st="0" end="0"/>
                                            </p:txEl>
                                          </p:spTgt>
                                        </p:tgtEl>
                                      </p:cBhvr>
                                    </p:animEffect>
                                    <p:anim calcmode="lin" valueType="num">
                                      <p:cBhvr>
                                        <p:cTn id="22"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23"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7">
                                            <p:txEl>
                                              <p:pRg st="0" end="0"/>
                                            </p:txEl>
                                          </p:spTgt>
                                        </p:tgtEl>
                                        <p:attrNameLst>
                                          <p:attrName>style.visibility</p:attrName>
                                        </p:attrNameLst>
                                      </p:cBhvr>
                                      <p:to>
                                        <p:strVal val="visible"/>
                                      </p:to>
                                    </p:set>
                                    <p:animEffect transition="in" filter="fade">
                                      <p:cBhvr>
                                        <p:cTn id="28" dur="1000"/>
                                        <p:tgtEl>
                                          <p:spTgt spid="7">
                                            <p:txEl>
                                              <p:pRg st="0" end="0"/>
                                            </p:txEl>
                                          </p:spTgt>
                                        </p:tgtEl>
                                      </p:cBhvr>
                                    </p:animEffect>
                                    <p:anim calcmode="lin" valueType="num">
                                      <p:cBhvr>
                                        <p:cTn id="29"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1000"/>
                                        <p:tgtEl>
                                          <p:spTgt spid="13"/>
                                        </p:tgtEl>
                                      </p:cBhvr>
                                    </p:animEffect>
                                    <p:anim calcmode="lin" valueType="num">
                                      <p:cBhvr>
                                        <p:cTn id="36" dur="1000" fill="hold"/>
                                        <p:tgtEl>
                                          <p:spTgt spid="13"/>
                                        </p:tgtEl>
                                        <p:attrNameLst>
                                          <p:attrName>ppt_x</p:attrName>
                                        </p:attrNameLst>
                                      </p:cBhvr>
                                      <p:tavLst>
                                        <p:tav tm="0">
                                          <p:val>
                                            <p:strVal val="#ppt_x"/>
                                          </p:val>
                                        </p:tav>
                                        <p:tav tm="100000">
                                          <p:val>
                                            <p:strVal val="#ppt_x"/>
                                          </p:val>
                                        </p:tav>
                                      </p:tavLst>
                                    </p:anim>
                                    <p:anim calcmode="lin" valueType="num">
                                      <p:cBhvr>
                                        <p:cTn id="37"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grpId="0" nodeType="clickEffect">
                                  <p:stCondLst>
                                    <p:cond delay="0"/>
                                  </p:stCondLst>
                                  <p:childTnLst>
                                    <p:set>
                                      <p:cBhvr>
                                        <p:cTn id="41" dur="1" fill="hold">
                                          <p:stCondLst>
                                            <p:cond delay="0"/>
                                          </p:stCondLst>
                                        </p:cTn>
                                        <p:tgtEl>
                                          <p:spTgt spid="8"/>
                                        </p:tgtEl>
                                        <p:attrNameLst>
                                          <p:attrName>style.visibility</p:attrName>
                                        </p:attrNameLst>
                                      </p:cBhvr>
                                      <p:to>
                                        <p:strVal val="visible"/>
                                      </p:to>
                                    </p:set>
                                    <p:anim calcmode="lin" valueType="num">
                                      <p:cBhvr additive="base">
                                        <p:cTn id="42" dur="500" fill="hold"/>
                                        <p:tgtEl>
                                          <p:spTgt spid="8"/>
                                        </p:tgtEl>
                                        <p:attrNameLst>
                                          <p:attrName>ppt_x</p:attrName>
                                        </p:attrNameLst>
                                      </p:cBhvr>
                                      <p:tavLst>
                                        <p:tav tm="0">
                                          <p:val>
                                            <p:strVal val="#ppt_x"/>
                                          </p:val>
                                        </p:tav>
                                        <p:tav tm="100000">
                                          <p:val>
                                            <p:strVal val="#ppt_x"/>
                                          </p:val>
                                        </p:tav>
                                      </p:tavLst>
                                    </p:anim>
                                    <p:anim calcmode="lin" valueType="num">
                                      <p:cBhvr additive="base">
                                        <p:cTn id="43"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6" grpId="0" build="p"/>
      <p:bldP spid="7" grpId="0" build="p"/>
      <p:bldP spid="13" grpId="0"/>
      <p:bldP spid="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F6B153-8DCE-9689-928D-F683D01E9BE2}"/>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450ED892-729E-C0AC-9BC9-F6A4069E125E}"/>
              </a:ext>
            </a:extLst>
          </p:cNvPr>
          <p:cNvSpPr>
            <a:spLocks noGrp="1"/>
          </p:cNvSpPr>
          <p:nvPr>
            <p:ph type="body" sz="quarter" idx="12"/>
          </p:nvPr>
        </p:nvSpPr>
        <p:spPr>
          <a:xfrm>
            <a:off x="660399" y="1920983"/>
            <a:ext cx="10824030" cy="469900"/>
          </a:xfrm>
        </p:spPr>
        <p:txBody>
          <a:bodyPr/>
          <a:lstStyle/>
          <a:p>
            <a:pPr marL="0" indent="0">
              <a:buNone/>
            </a:pPr>
            <a:r>
              <a:rPr lang="en-US" b="1" dirty="0"/>
              <a:t>LCRC Company Acquired 80% of the Net Assets of ABC Co, for 10M, the Fair Value of the NET IDENTIFIABLE ASSETS of ABC Co is 8M Book Value of these Net Assets were 7M</a:t>
            </a:r>
          </a:p>
          <a:p>
            <a:pPr marL="0" indent="0">
              <a:buNone/>
            </a:pPr>
            <a:r>
              <a:rPr lang="en-US" b="1" dirty="0"/>
              <a:t>Goodwill Is Computed as                   Parent 80%               NCI 20%        TOTAL 100%</a:t>
            </a:r>
            <a:br>
              <a:rPr lang="en-US" b="1" dirty="0"/>
            </a:br>
            <a:r>
              <a:rPr lang="en-US" b="1" dirty="0"/>
              <a:t>Consideration Transferred                       10M                     2.5M               12.5M</a:t>
            </a:r>
            <a:br>
              <a:rPr lang="en-US" b="1" dirty="0"/>
            </a:br>
            <a:r>
              <a:rPr lang="en-US" b="1" u="sng" dirty="0"/>
              <a:t>Less: Net Identifiable Assets                    (6.4M)                 (1.6M)             (8M)</a:t>
            </a:r>
            <a:br>
              <a:rPr lang="en-US" b="1" u="sng" dirty="0"/>
            </a:br>
            <a:r>
              <a:rPr lang="en-US" b="1" dirty="0"/>
              <a:t>Goodwill                                                      3.6M                   900K                4.5M</a:t>
            </a:r>
          </a:p>
          <a:p>
            <a:pPr marL="0" indent="0">
              <a:buNone/>
            </a:pPr>
            <a:endParaRPr lang="en-US" b="1" dirty="0"/>
          </a:p>
        </p:txBody>
      </p:sp>
      <p:sp>
        <p:nvSpPr>
          <p:cNvPr id="4" name="Title 3">
            <a:extLst>
              <a:ext uri="{FF2B5EF4-FFF2-40B4-BE49-F238E27FC236}">
                <a16:creationId xmlns:a16="http://schemas.microsoft.com/office/drawing/2014/main" id="{37C48C7C-E5ED-1930-BB92-480DA092079F}"/>
              </a:ext>
            </a:extLst>
          </p:cNvPr>
          <p:cNvSpPr>
            <a:spLocks noGrp="1"/>
          </p:cNvSpPr>
          <p:nvPr>
            <p:ph type="title"/>
          </p:nvPr>
        </p:nvSpPr>
        <p:spPr>
          <a:xfrm>
            <a:off x="660400" y="184727"/>
            <a:ext cx="11705771" cy="830997"/>
          </a:xfrm>
        </p:spPr>
        <p:txBody>
          <a:bodyPr/>
          <a:lstStyle/>
          <a:p>
            <a:r>
              <a:rPr lang="en-US" dirty="0"/>
              <a:t>Case 3: Stock Acquisition Less than 100%</a:t>
            </a:r>
            <a:br>
              <a:rPr lang="en-US" dirty="0"/>
            </a:br>
            <a:r>
              <a:rPr lang="en-US" dirty="0"/>
              <a:t>@ FULL Goodwill Approach</a:t>
            </a:r>
          </a:p>
        </p:txBody>
      </p:sp>
      <p:pic>
        <p:nvPicPr>
          <p:cNvPr id="5" name="Picture 4" descr="eLearning">
            <a:extLst>
              <a:ext uri="{FF2B5EF4-FFF2-40B4-BE49-F238E27FC236}">
                <a16:creationId xmlns:a16="http://schemas.microsoft.com/office/drawing/2014/main" id="{F5D3FAAB-870F-45A3-95E1-8B0157D38B2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3717" y="5578997"/>
            <a:ext cx="2096886" cy="1200439"/>
          </a:xfrm>
          <a:prstGeom prst="rect">
            <a:avLst/>
          </a:prstGeom>
          <a:noFill/>
          <a:extLst>
            <a:ext uri="{909E8E84-426E-40DD-AFC4-6F175D3DCCD1}">
              <a14:hiddenFill xmlns:a14="http://schemas.microsoft.com/office/drawing/2010/main">
                <a:solidFill>
                  <a:srgbClr val="FFFFFF"/>
                </a:solidFill>
              </a14:hiddenFill>
            </a:ext>
          </a:extLst>
        </p:spPr>
      </p:pic>
      <p:sp>
        <p:nvSpPr>
          <p:cNvPr id="6" name="Text Placeholder 1">
            <a:extLst>
              <a:ext uri="{FF2B5EF4-FFF2-40B4-BE49-F238E27FC236}">
                <a16:creationId xmlns:a16="http://schemas.microsoft.com/office/drawing/2014/main" id="{A0679A9E-4325-A852-6538-AF5B2EA8F992}"/>
              </a:ext>
            </a:extLst>
          </p:cNvPr>
          <p:cNvSpPr txBox="1">
            <a:spLocks/>
          </p:cNvSpPr>
          <p:nvPr/>
        </p:nvSpPr>
        <p:spPr>
          <a:xfrm>
            <a:off x="660399" y="2592511"/>
            <a:ext cx="9583057" cy="469900"/>
          </a:xfrm>
          <a:prstGeom prst="rect">
            <a:avLst/>
          </a:prstGeom>
        </p:spPr>
        <p:txBody>
          <a:bodyPr/>
          <a:lstStyle>
            <a:lvl1pPr marL="266700" indent="-266700" algn="l" defTabSz="914400" rtl="0" eaLnBrk="1" latinLnBrk="0" hangingPunct="1">
              <a:lnSpc>
                <a:spcPct val="90000"/>
              </a:lnSpc>
              <a:spcBef>
                <a:spcPts val="1000"/>
              </a:spcBef>
              <a:buClr>
                <a:schemeClr val="accent4"/>
              </a:buClr>
              <a:buFont typeface="Wingdings" panose="05000000000000000000" pitchFamily="2" charset="2"/>
              <a:buChar char="§"/>
              <a:defRPr sz="2000" kern="1200">
                <a:solidFill>
                  <a:schemeClr val="tx1">
                    <a:lumMod val="75000"/>
                    <a:lumOff val="25000"/>
                  </a:schemeClr>
                </a:solidFill>
                <a:latin typeface="+mn-lt"/>
                <a:ea typeface="+mn-ea"/>
                <a:cs typeface="+mn-cs"/>
              </a:defRPr>
            </a:lvl1pPr>
            <a:lvl2pPr marL="542925" indent="-276225" algn="l" defTabSz="914400" rtl="0" eaLnBrk="1" latinLnBrk="0" hangingPunct="1">
              <a:lnSpc>
                <a:spcPct val="90000"/>
              </a:lnSpc>
              <a:spcBef>
                <a:spcPts val="500"/>
              </a:spcBef>
              <a:buClr>
                <a:schemeClr val="accent4"/>
              </a:buClr>
              <a:buFont typeface="Wingdings" panose="05000000000000000000" pitchFamily="2" charset="2"/>
              <a:buChar char="§"/>
              <a:defRPr sz="1800" kern="1200">
                <a:solidFill>
                  <a:schemeClr val="tx1">
                    <a:lumMod val="75000"/>
                    <a:lumOff val="25000"/>
                  </a:schemeClr>
                </a:solidFill>
                <a:latin typeface="+mn-lt"/>
                <a:ea typeface="+mn-ea"/>
                <a:cs typeface="+mn-cs"/>
              </a:defRPr>
            </a:lvl2pPr>
            <a:lvl3pPr marL="809625" indent="-266700" algn="l" defTabSz="914400" rtl="0" eaLnBrk="1" latinLnBrk="0" hangingPunct="1">
              <a:lnSpc>
                <a:spcPct val="90000"/>
              </a:lnSpc>
              <a:spcBef>
                <a:spcPts val="500"/>
              </a:spcBef>
              <a:buClr>
                <a:schemeClr val="accent4"/>
              </a:buClr>
              <a:buFont typeface="Wingdings" panose="05000000000000000000" pitchFamily="2" charset="2"/>
              <a:buChar char="§"/>
              <a:defRPr sz="1600" kern="1200">
                <a:solidFill>
                  <a:schemeClr val="tx1">
                    <a:lumMod val="75000"/>
                    <a:lumOff val="25000"/>
                  </a:schemeClr>
                </a:solidFill>
                <a:latin typeface="+mn-lt"/>
                <a:ea typeface="+mn-ea"/>
                <a:cs typeface="+mn-cs"/>
              </a:defRPr>
            </a:lvl3pPr>
            <a:lvl4pPr marL="1076325" indent="-266700" algn="l" defTabSz="914400" rtl="0" eaLnBrk="1" latinLnBrk="0" hangingPunct="1">
              <a:lnSpc>
                <a:spcPct val="90000"/>
              </a:lnSpc>
              <a:spcBef>
                <a:spcPts val="500"/>
              </a:spcBef>
              <a:buClr>
                <a:schemeClr val="accent4"/>
              </a:buClr>
              <a:buFont typeface="Wingdings" panose="05000000000000000000" pitchFamily="2" charset="2"/>
              <a:buChar char="§"/>
              <a:defRPr sz="1600" kern="1200">
                <a:solidFill>
                  <a:schemeClr val="tx1">
                    <a:lumMod val="75000"/>
                    <a:lumOff val="25000"/>
                  </a:schemeClr>
                </a:solidFill>
                <a:latin typeface="+mn-lt"/>
                <a:ea typeface="+mn-ea"/>
                <a:cs typeface="+mn-cs"/>
              </a:defRPr>
            </a:lvl4pPr>
            <a:lvl5pPr marL="1343025" indent="-266700" algn="l" defTabSz="914400" rtl="0" eaLnBrk="1" latinLnBrk="0" hangingPunct="1">
              <a:lnSpc>
                <a:spcPct val="90000"/>
              </a:lnSpc>
              <a:spcBef>
                <a:spcPts val="500"/>
              </a:spcBef>
              <a:buClr>
                <a:schemeClr val="accent4"/>
              </a:buClr>
              <a:buFont typeface="Wingdings" panose="05000000000000000000" pitchFamily="2" charset="2"/>
              <a:buChar char="§"/>
              <a:defRPr sz="16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Wingdings" panose="05000000000000000000" pitchFamily="2" charset="2"/>
              <a:buNone/>
            </a:pPr>
            <a:endParaRPr lang="en-US" dirty="0"/>
          </a:p>
        </p:txBody>
      </p:sp>
      <p:sp>
        <p:nvSpPr>
          <p:cNvPr id="7" name="Text Placeholder 1">
            <a:extLst>
              <a:ext uri="{FF2B5EF4-FFF2-40B4-BE49-F238E27FC236}">
                <a16:creationId xmlns:a16="http://schemas.microsoft.com/office/drawing/2014/main" id="{6BB86508-80C9-1899-23BC-B6C4C85185DB}"/>
              </a:ext>
            </a:extLst>
          </p:cNvPr>
          <p:cNvSpPr txBox="1">
            <a:spLocks/>
          </p:cNvSpPr>
          <p:nvPr/>
        </p:nvSpPr>
        <p:spPr>
          <a:xfrm>
            <a:off x="660399" y="3140321"/>
            <a:ext cx="9583057" cy="469900"/>
          </a:xfrm>
          <a:prstGeom prst="rect">
            <a:avLst/>
          </a:prstGeom>
        </p:spPr>
        <p:txBody>
          <a:bodyPr/>
          <a:lstStyle>
            <a:lvl1pPr marL="266700" indent="-266700" algn="l" defTabSz="914400" rtl="0" eaLnBrk="1" latinLnBrk="0" hangingPunct="1">
              <a:lnSpc>
                <a:spcPct val="90000"/>
              </a:lnSpc>
              <a:spcBef>
                <a:spcPts val="1000"/>
              </a:spcBef>
              <a:buClr>
                <a:schemeClr val="accent4"/>
              </a:buClr>
              <a:buFont typeface="Wingdings" panose="05000000000000000000" pitchFamily="2" charset="2"/>
              <a:buChar char="§"/>
              <a:defRPr sz="2000" kern="1200">
                <a:solidFill>
                  <a:schemeClr val="tx1">
                    <a:lumMod val="75000"/>
                    <a:lumOff val="25000"/>
                  </a:schemeClr>
                </a:solidFill>
                <a:latin typeface="+mn-lt"/>
                <a:ea typeface="+mn-ea"/>
                <a:cs typeface="+mn-cs"/>
              </a:defRPr>
            </a:lvl1pPr>
            <a:lvl2pPr marL="542925" indent="-276225" algn="l" defTabSz="914400" rtl="0" eaLnBrk="1" latinLnBrk="0" hangingPunct="1">
              <a:lnSpc>
                <a:spcPct val="90000"/>
              </a:lnSpc>
              <a:spcBef>
                <a:spcPts val="500"/>
              </a:spcBef>
              <a:buClr>
                <a:schemeClr val="accent4"/>
              </a:buClr>
              <a:buFont typeface="Wingdings" panose="05000000000000000000" pitchFamily="2" charset="2"/>
              <a:buChar char="§"/>
              <a:defRPr sz="1800" kern="1200">
                <a:solidFill>
                  <a:schemeClr val="tx1">
                    <a:lumMod val="75000"/>
                    <a:lumOff val="25000"/>
                  </a:schemeClr>
                </a:solidFill>
                <a:latin typeface="+mn-lt"/>
                <a:ea typeface="+mn-ea"/>
                <a:cs typeface="+mn-cs"/>
              </a:defRPr>
            </a:lvl2pPr>
            <a:lvl3pPr marL="809625" indent="-266700" algn="l" defTabSz="914400" rtl="0" eaLnBrk="1" latinLnBrk="0" hangingPunct="1">
              <a:lnSpc>
                <a:spcPct val="90000"/>
              </a:lnSpc>
              <a:spcBef>
                <a:spcPts val="500"/>
              </a:spcBef>
              <a:buClr>
                <a:schemeClr val="accent4"/>
              </a:buClr>
              <a:buFont typeface="Wingdings" panose="05000000000000000000" pitchFamily="2" charset="2"/>
              <a:buChar char="§"/>
              <a:defRPr sz="1600" kern="1200">
                <a:solidFill>
                  <a:schemeClr val="tx1">
                    <a:lumMod val="75000"/>
                    <a:lumOff val="25000"/>
                  </a:schemeClr>
                </a:solidFill>
                <a:latin typeface="+mn-lt"/>
                <a:ea typeface="+mn-ea"/>
                <a:cs typeface="+mn-cs"/>
              </a:defRPr>
            </a:lvl3pPr>
            <a:lvl4pPr marL="1076325" indent="-266700" algn="l" defTabSz="914400" rtl="0" eaLnBrk="1" latinLnBrk="0" hangingPunct="1">
              <a:lnSpc>
                <a:spcPct val="90000"/>
              </a:lnSpc>
              <a:spcBef>
                <a:spcPts val="500"/>
              </a:spcBef>
              <a:buClr>
                <a:schemeClr val="accent4"/>
              </a:buClr>
              <a:buFont typeface="Wingdings" panose="05000000000000000000" pitchFamily="2" charset="2"/>
              <a:buChar char="§"/>
              <a:defRPr sz="1600" kern="1200">
                <a:solidFill>
                  <a:schemeClr val="tx1">
                    <a:lumMod val="75000"/>
                    <a:lumOff val="25000"/>
                  </a:schemeClr>
                </a:solidFill>
                <a:latin typeface="+mn-lt"/>
                <a:ea typeface="+mn-ea"/>
                <a:cs typeface="+mn-cs"/>
              </a:defRPr>
            </a:lvl4pPr>
            <a:lvl5pPr marL="1343025" indent="-266700" algn="l" defTabSz="914400" rtl="0" eaLnBrk="1" latinLnBrk="0" hangingPunct="1">
              <a:lnSpc>
                <a:spcPct val="90000"/>
              </a:lnSpc>
              <a:spcBef>
                <a:spcPts val="500"/>
              </a:spcBef>
              <a:buClr>
                <a:schemeClr val="accent4"/>
              </a:buClr>
              <a:buFont typeface="Wingdings" panose="05000000000000000000" pitchFamily="2" charset="2"/>
              <a:buChar char="§"/>
              <a:defRPr sz="16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Wingdings" panose="05000000000000000000" pitchFamily="2" charset="2"/>
              <a:buNone/>
            </a:pPr>
            <a:endParaRPr lang="en-US" dirty="0"/>
          </a:p>
        </p:txBody>
      </p:sp>
      <p:sp>
        <p:nvSpPr>
          <p:cNvPr id="3" name="Oval 2">
            <a:extLst>
              <a:ext uri="{FF2B5EF4-FFF2-40B4-BE49-F238E27FC236}">
                <a16:creationId xmlns:a16="http://schemas.microsoft.com/office/drawing/2014/main" id="{7A63A7D2-74D3-39BB-2081-637A76DD09C1}"/>
              </a:ext>
            </a:extLst>
          </p:cNvPr>
          <p:cNvSpPr/>
          <p:nvPr/>
        </p:nvSpPr>
        <p:spPr>
          <a:xfrm>
            <a:off x="7439891" y="2805545"/>
            <a:ext cx="1153391" cy="469900"/>
          </a:xfrm>
          <a:prstGeom prst="ellipse">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cxnSp>
        <p:nvCxnSpPr>
          <p:cNvPr id="9" name="Straight Arrow Connector 8">
            <a:extLst>
              <a:ext uri="{FF2B5EF4-FFF2-40B4-BE49-F238E27FC236}">
                <a16:creationId xmlns:a16="http://schemas.microsoft.com/office/drawing/2014/main" id="{80848F0B-22F5-33DB-B408-8FE6C9FC4B91}"/>
              </a:ext>
            </a:extLst>
          </p:cNvPr>
          <p:cNvCxnSpPr>
            <a:stCxn id="3" idx="6"/>
          </p:cNvCxnSpPr>
          <p:nvPr/>
        </p:nvCxnSpPr>
        <p:spPr>
          <a:xfrm>
            <a:off x="8593282" y="3040495"/>
            <a:ext cx="1236518" cy="56972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0" name="TextBox 9">
            <a:extLst>
              <a:ext uri="{FF2B5EF4-FFF2-40B4-BE49-F238E27FC236}">
                <a16:creationId xmlns:a16="http://schemas.microsoft.com/office/drawing/2014/main" id="{6BC182CE-F370-596B-9899-FD85E40F2B80}"/>
              </a:ext>
            </a:extLst>
          </p:cNvPr>
          <p:cNvSpPr txBox="1"/>
          <p:nvPr/>
        </p:nvSpPr>
        <p:spPr>
          <a:xfrm>
            <a:off x="9723911" y="3451237"/>
            <a:ext cx="1452747" cy="369332"/>
          </a:xfrm>
          <a:prstGeom prst="rect">
            <a:avLst/>
          </a:prstGeom>
          <a:noFill/>
        </p:spPr>
        <p:txBody>
          <a:bodyPr wrap="square" rtlCol="0">
            <a:spAutoFit/>
          </a:bodyPr>
          <a:lstStyle/>
          <a:p>
            <a:r>
              <a:rPr lang="en-US" b="1" dirty="0"/>
              <a:t>10M / 0.8</a:t>
            </a:r>
          </a:p>
        </p:txBody>
      </p:sp>
      <p:sp>
        <p:nvSpPr>
          <p:cNvPr id="11" name="Oval 10">
            <a:extLst>
              <a:ext uri="{FF2B5EF4-FFF2-40B4-BE49-F238E27FC236}">
                <a16:creationId xmlns:a16="http://schemas.microsoft.com/office/drawing/2014/main" id="{B97523D9-FBF9-8E23-AE0B-C84CE600EB1B}"/>
              </a:ext>
            </a:extLst>
          </p:cNvPr>
          <p:cNvSpPr/>
          <p:nvPr/>
        </p:nvSpPr>
        <p:spPr>
          <a:xfrm>
            <a:off x="5936589" y="2781974"/>
            <a:ext cx="1153391" cy="469900"/>
          </a:xfrm>
          <a:prstGeom prst="ellipse">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cxnSp>
        <p:nvCxnSpPr>
          <p:cNvPr id="12" name="Straight Arrow Connector 11">
            <a:extLst>
              <a:ext uri="{FF2B5EF4-FFF2-40B4-BE49-F238E27FC236}">
                <a16:creationId xmlns:a16="http://schemas.microsoft.com/office/drawing/2014/main" id="{FFAD6735-2FDE-BFB6-FE44-3F14CA653684}"/>
              </a:ext>
            </a:extLst>
          </p:cNvPr>
          <p:cNvCxnSpPr>
            <a:cxnSpLocks/>
          </p:cNvCxnSpPr>
          <p:nvPr/>
        </p:nvCxnSpPr>
        <p:spPr>
          <a:xfrm>
            <a:off x="7089980" y="3062411"/>
            <a:ext cx="1089646" cy="13537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5" name="TextBox 14">
            <a:extLst>
              <a:ext uri="{FF2B5EF4-FFF2-40B4-BE49-F238E27FC236}">
                <a16:creationId xmlns:a16="http://schemas.microsoft.com/office/drawing/2014/main" id="{02E6608E-EFB3-935D-E653-B781E4794456}"/>
              </a:ext>
            </a:extLst>
          </p:cNvPr>
          <p:cNvSpPr txBox="1"/>
          <p:nvPr/>
        </p:nvSpPr>
        <p:spPr>
          <a:xfrm>
            <a:off x="8179626" y="4336644"/>
            <a:ext cx="1452747" cy="369332"/>
          </a:xfrm>
          <a:prstGeom prst="rect">
            <a:avLst/>
          </a:prstGeom>
          <a:noFill/>
        </p:spPr>
        <p:txBody>
          <a:bodyPr wrap="square" rtlCol="0">
            <a:spAutoFit/>
          </a:bodyPr>
          <a:lstStyle/>
          <a:p>
            <a:r>
              <a:rPr lang="en-US" b="1" dirty="0"/>
              <a:t>12.5M x 20%</a:t>
            </a:r>
          </a:p>
        </p:txBody>
      </p:sp>
      <p:sp>
        <p:nvSpPr>
          <p:cNvPr id="16" name="Oval 15">
            <a:extLst>
              <a:ext uri="{FF2B5EF4-FFF2-40B4-BE49-F238E27FC236}">
                <a16:creationId xmlns:a16="http://schemas.microsoft.com/office/drawing/2014/main" id="{C889D483-0275-50B0-4DF5-F6A89B49B668}"/>
              </a:ext>
            </a:extLst>
          </p:cNvPr>
          <p:cNvSpPr/>
          <p:nvPr/>
        </p:nvSpPr>
        <p:spPr>
          <a:xfrm>
            <a:off x="4437248" y="3115364"/>
            <a:ext cx="1061853" cy="419987"/>
          </a:xfrm>
          <a:prstGeom prst="ellipse">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cxnSp>
        <p:nvCxnSpPr>
          <p:cNvPr id="17" name="Straight Arrow Connector 16">
            <a:extLst>
              <a:ext uri="{FF2B5EF4-FFF2-40B4-BE49-F238E27FC236}">
                <a16:creationId xmlns:a16="http://schemas.microsoft.com/office/drawing/2014/main" id="{08257C90-A28A-98BF-8995-A1AAA7827C08}"/>
              </a:ext>
            </a:extLst>
          </p:cNvPr>
          <p:cNvCxnSpPr>
            <a:cxnSpLocks/>
          </p:cNvCxnSpPr>
          <p:nvPr/>
        </p:nvCxnSpPr>
        <p:spPr>
          <a:xfrm>
            <a:off x="5488420" y="3296142"/>
            <a:ext cx="1089646" cy="13537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9" name="TextBox 18">
            <a:extLst>
              <a:ext uri="{FF2B5EF4-FFF2-40B4-BE49-F238E27FC236}">
                <a16:creationId xmlns:a16="http://schemas.microsoft.com/office/drawing/2014/main" id="{D90FC206-B617-E8FD-532A-A20B810939FE}"/>
              </a:ext>
            </a:extLst>
          </p:cNvPr>
          <p:cNvSpPr txBox="1"/>
          <p:nvPr/>
        </p:nvSpPr>
        <p:spPr>
          <a:xfrm>
            <a:off x="6183581" y="4562514"/>
            <a:ext cx="6182590" cy="369332"/>
          </a:xfrm>
          <a:prstGeom prst="rect">
            <a:avLst/>
          </a:prstGeom>
          <a:noFill/>
        </p:spPr>
        <p:txBody>
          <a:bodyPr wrap="square">
            <a:spAutoFit/>
          </a:bodyPr>
          <a:lstStyle/>
          <a:p>
            <a:r>
              <a:rPr lang="en-US" b="1" dirty="0"/>
              <a:t>8M x 80%</a:t>
            </a:r>
          </a:p>
        </p:txBody>
      </p:sp>
    </p:spTree>
    <p:extLst>
      <p:ext uri="{BB962C8B-B14F-4D97-AF65-F5344CB8AC3E}">
        <p14:creationId xmlns:p14="http://schemas.microsoft.com/office/powerpoint/2010/main" val="37276381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anim calcmode="lin" valueType="num">
                                      <p:cBhvr>
                                        <p:cTn id="8"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1" end="1"/>
                                            </p:txEl>
                                          </p:spTgt>
                                        </p:tgtEl>
                                        <p:attrNameLst>
                                          <p:attrName>style.visibility</p:attrName>
                                        </p:attrNameLst>
                                      </p:cBhvr>
                                      <p:to>
                                        <p:strVal val="visible"/>
                                      </p:to>
                                    </p:set>
                                    <p:animEffect transition="in" filter="fade">
                                      <p:cBhvr>
                                        <p:cTn id="14" dur="1000"/>
                                        <p:tgtEl>
                                          <p:spTgt spid="2">
                                            <p:txEl>
                                              <p:pRg st="1" end="1"/>
                                            </p:txEl>
                                          </p:spTgt>
                                        </p:tgtEl>
                                      </p:cBhvr>
                                    </p:animEffect>
                                    <p:anim calcmode="lin" valueType="num">
                                      <p:cBhvr>
                                        <p:cTn id="15"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6">
                                            <p:txEl>
                                              <p:pRg st="0" end="0"/>
                                            </p:txEl>
                                          </p:spTgt>
                                        </p:tgtEl>
                                        <p:attrNameLst>
                                          <p:attrName>style.visibility</p:attrName>
                                        </p:attrNameLst>
                                      </p:cBhvr>
                                      <p:to>
                                        <p:strVal val="visible"/>
                                      </p:to>
                                    </p:set>
                                    <p:animEffect transition="in" filter="fade">
                                      <p:cBhvr>
                                        <p:cTn id="21" dur="1000"/>
                                        <p:tgtEl>
                                          <p:spTgt spid="6">
                                            <p:txEl>
                                              <p:pRg st="0" end="0"/>
                                            </p:txEl>
                                          </p:spTgt>
                                        </p:tgtEl>
                                      </p:cBhvr>
                                    </p:animEffect>
                                    <p:anim calcmode="lin" valueType="num">
                                      <p:cBhvr>
                                        <p:cTn id="22"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23"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7">
                                            <p:txEl>
                                              <p:pRg st="0" end="0"/>
                                            </p:txEl>
                                          </p:spTgt>
                                        </p:tgtEl>
                                        <p:attrNameLst>
                                          <p:attrName>style.visibility</p:attrName>
                                        </p:attrNameLst>
                                      </p:cBhvr>
                                      <p:to>
                                        <p:strVal val="visible"/>
                                      </p:to>
                                    </p:set>
                                    <p:animEffect transition="in" filter="fade">
                                      <p:cBhvr>
                                        <p:cTn id="28" dur="1000"/>
                                        <p:tgtEl>
                                          <p:spTgt spid="7">
                                            <p:txEl>
                                              <p:pRg st="0" end="0"/>
                                            </p:txEl>
                                          </p:spTgt>
                                        </p:tgtEl>
                                      </p:cBhvr>
                                    </p:animEffect>
                                    <p:anim calcmode="lin" valueType="num">
                                      <p:cBhvr>
                                        <p:cTn id="29"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3"/>
                                        </p:tgtEl>
                                        <p:attrNameLst>
                                          <p:attrName>style.visibility</p:attrName>
                                        </p:attrNameLst>
                                      </p:cBhvr>
                                      <p:to>
                                        <p:strVal val="visible"/>
                                      </p:to>
                                    </p:set>
                                    <p:anim calcmode="lin" valueType="num">
                                      <p:cBhvr additive="base">
                                        <p:cTn id="35" dur="500" fill="hold"/>
                                        <p:tgtEl>
                                          <p:spTgt spid="3"/>
                                        </p:tgtEl>
                                        <p:attrNameLst>
                                          <p:attrName>ppt_x</p:attrName>
                                        </p:attrNameLst>
                                      </p:cBhvr>
                                      <p:tavLst>
                                        <p:tav tm="0">
                                          <p:val>
                                            <p:strVal val="#ppt_x"/>
                                          </p:val>
                                        </p:tav>
                                        <p:tav tm="100000">
                                          <p:val>
                                            <p:strVal val="#ppt_x"/>
                                          </p:val>
                                        </p:tav>
                                      </p:tavLst>
                                    </p:anim>
                                    <p:anim calcmode="lin" valueType="num">
                                      <p:cBhvr additive="base">
                                        <p:cTn id="36"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9"/>
                                        </p:tgtEl>
                                        <p:attrNameLst>
                                          <p:attrName>style.visibility</p:attrName>
                                        </p:attrNameLst>
                                      </p:cBhvr>
                                      <p:to>
                                        <p:strVal val="visible"/>
                                      </p:to>
                                    </p:set>
                                    <p:anim calcmode="lin" valueType="num">
                                      <p:cBhvr additive="base">
                                        <p:cTn id="41" dur="500" fill="hold"/>
                                        <p:tgtEl>
                                          <p:spTgt spid="9"/>
                                        </p:tgtEl>
                                        <p:attrNameLst>
                                          <p:attrName>ppt_x</p:attrName>
                                        </p:attrNameLst>
                                      </p:cBhvr>
                                      <p:tavLst>
                                        <p:tav tm="0">
                                          <p:val>
                                            <p:strVal val="#ppt_x"/>
                                          </p:val>
                                        </p:tav>
                                        <p:tav tm="100000">
                                          <p:val>
                                            <p:strVal val="#ppt_x"/>
                                          </p:val>
                                        </p:tav>
                                      </p:tavLst>
                                    </p:anim>
                                    <p:anim calcmode="lin" valueType="num">
                                      <p:cBhvr additive="base">
                                        <p:cTn id="42"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500" fill="hold"/>
                                        <p:tgtEl>
                                          <p:spTgt spid="10"/>
                                        </p:tgtEl>
                                        <p:attrNameLst>
                                          <p:attrName>ppt_x</p:attrName>
                                        </p:attrNameLst>
                                      </p:cBhvr>
                                      <p:tavLst>
                                        <p:tav tm="0">
                                          <p:val>
                                            <p:strVal val="#ppt_x"/>
                                          </p:val>
                                        </p:tav>
                                        <p:tav tm="100000">
                                          <p:val>
                                            <p:strVal val="#ppt_x"/>
                                          </p:val>
                                        </p:tav>
                                      </p:tavLst>
                                    </p:anim>
                                    <p:anim calcmode="lin" valueType="num">
                                      <p:cBhvr additive="base">
                                        <p:cTn id="4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grpId="0" nodeType="clickEffect">
                                  <p:stCondLst>
                                    <p:cond delay="0"/>
                                  </p:stCondLst>
                                  <p:childTnLst>
                                    <p:set>
                                      <p:cBhvr>
                                        <p:cTn id="52" dur="1" fill="hold">
                                          <p:stCondLst>
                                            <p:cond delay="0"/>
                                          </p:stCondLst>
                                        </p:cTn>
                                        <p:tgtEl>
                                          <p:spTgt spid="11"/>
                                        </p:tgtEl>
                                        <p:attrNameLst>
                                          <p:attrName>style.visibility</p:attrName>
                                        </p:attrNameLst>
                                      </p:cBhvr>
                                      <p:to>
                                        <p:strVal val="visible"/>
                                      </p:to>
                                    </p:set>
                                    <p:anim calcmode="lin" valueType="num">
                                      <p:cBhvr additive="base">
                                        <p:cTn id="53" dur="500" fill="hold"/>
                                        <p:tgtEl>
                                          <p:spTgt spid="11"/>
                                        </p:tgtEl>
                                        <p:attrNameLst>
                                          <p:attrName>ppt_x</p:attrName>
                                        </p:attrNameLst>
                                      </p:cBhvr>
                                      <p:tavLst>
                                        <p:tav tm="0">
                                          <p:val>
                                            <p:strVal val="#ppt_x"/>
                                          </p:val>
                                        </p:tav>
                                        <p:tav tm="100000">
                                          <p:val>
                                            <p:strVal val="#ppt_x"/>
                                          </p:val>
                                        </p:tav>
                                      </p:tavLst>
                                    </p:anim>
                                    <p:anim calcmode="lin" valueType="num">
                                      <p:cBhvr additive="base">
                                        <p:cTn id="54"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2" presetClass="entr" presetSubtype="4" fill="hold" nodeType="clickEffect">
                                  <p:stCondLst>
                                    <p:cond delay="0"/>
                                  </p:stCondLst>
                                  <p:childTnLst>
                                    <p:set>
                                      <p:cBhvr>
                                        <p:cTn id="58" dur="1" fill="hold">
                                          <p:stCondLst>
                                            <p:cond delay="0"/>
                                          </p:stCondLst>
                                        </p:cTn>
                                        <p:tgtEl>
                                          <p:spTgt spid="12"/>
                                        </p:tgtEl>
                                        <p:attrNameLst>
                                          <p:attrName>style.visibility</p:attrName>
                                        </p:attrNameLst>
                                      </p:cBhvr>
                                      <p:to>
                                        <p:strVal val="visible"/>
                                      </p:to>
                                    </p:set>
                                    <p:anim calcmode="lin" valueType="num">
                                      <p:cBhvr additive="base">
                                        <p:cTn id="59" dur="500" fill="hold"/>
                                        <p:tgtEl>
                                          <p:spTgt spid="12"/>
                                        </p:tgtEl>
                                        <p:attrNameLst>
                                          <p:attrName>ppt_x</p:attrName>
                                        </p:attrNameLst>
                                      </p:cBhvr>
                                      <p:tavLst>
                                        <p:tav tm="0">
                                          <p:val>
                                            <p:strVal val="#ppt_x"/>
                                          </p:val>
                                        </p:tav>
                                        <p:tav tm="100000">
                                          <p:val>
                                            <p:strVal val="#ppt_x"/>
                                          </p:val>
                                        </p:tav>
                                      </p:tavLst>
                                    </p:anim>
                                    <p:anim calcmode="lin" valueType="num">
                                      <p:cBhvr additive="base">
                                        <p:cTn id="60"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2" presetClass="entr" presetSubtype="4" fill="hold" grpId="0" nodeType="clickEffect">
                                  <p:stCondLst>
                                    <p:cond delay="0"/>
                                  </p:stCondLst>
                                  <p:childTnLst>
                                    <p:set>
                                      <p:cBhvr>
                                        <p:cTn id="64" dur="1" fill="hold">
                                          <p:stCondLst>
                                            <p:cond delay="0"/>
                                          </p:stCondLst>
                                        </p:cTn>
                                        <p:tgtEl>
                                          <p:spTgt spid="15"/>
                                        </p:tgtEl>
                                        <p:attrNameLst>
                                          <p:attrName>style.visibility</p:attrName>
                                        </p:attrNameLst>
                                      </p:cBhvr>
                                      <p:to>
                                        <p:strVal val="visible"/>
                                      </p:to>
                                    </p:set>
                                    <p:anim calcmode="lin" valueType="num">
                                      <p:cBhvr additive="base">
                                        <p:cTn id="65" dur="500" fill="hold"/>
                                        <p:tgtEl>
                                          <p:spTgt spid="15"/>
                                        </p:tgtEl>
                                        <p:attrNameLst>
                                          <p:attrName>ppt_x</p:attrName>
                                        </p:attrNameLst>
                                      </p:cBhvr>
                                      <p:tavLst>
                                        <p:tav tm="0">
                                          <p:val>
                                            <p:strVal val="#ppt_x"/>
                                          </p:val>
                                        </p:tav>
                                        <p:tav tm="100000">
                                          <p:val>
                                            <p:strVal val="#ppt_x"/>
                                          </p:val>
                                        </p:tav>
                                      </p:tavLst>
                                    </p:anim>
                                    <p:anim calcmode="lin" valueType="num">
                                      <p:cBhvr additive="base">
                                        <p:cTn id="66"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2" presetClass="entr" presetSubtype="4" fill="hold" grpId="0" nodeType="clickEffect">
                                  <p:stCondLst>
                                    <p:cond delay="0"/>
                                  </p:stCondLst>
                                  <p:childTnLst>
                                    <p:set>
                                      <p:cBhvr>
                                        <p:cTn id="70" dur="1" fill="hold">
                                          <p:stCondLst>
                                            <p:cond delay="0"/>
                                          </p:stCondLst>
                                        </p:cTn>
                                        <p:tgtEl>
                                          <p:spTgt spid="16"/>
                                        </p:tgtEl>
                                        <p:attrNameLst>
                                          <p:attrName>style.visibility</p:attrName>
                                        </p:attrNameLst>
                                      </p:cBhvr>
                                      <p:to>
                                        <p:strVal val="visible"/>
                                      </p:to>
                                    </p:set>
                                    <p:anim calcmode="lin" valueType="num">
                                      <p:cBhvr additive="base">
                                        <p:cTn id="71" dur="500" fill="hold"/>
                                        <p:tgtEl>
                                          <p:spTgt spid="16"/>
                                        </p:tgtEl>
                                        <p:attrNameLst>
                                          <p:attrName>ppt_x</p:attrName>
                                        </p:attrNameLst>
                                      </p:cBhvr>
                                      <p:tavLst>
                                        <p:tav tm="0">
                                          <p:val>
                                            <p:strVal val="#ppt_x"/>
                                          </p:val>
                                        </p:tav>
                                        <p:tav tm="100000">
                                          <p:val>
                                            <p:strVal val="#ppt_x"/>
                                          </p:val>
                                        </p:tav>
                                      </p:tavLst>
                                    </p:anim>
                                    <p:anim calcmode="lin" valueType="num">
                                      <p:cBhvr additive="base">
                                        <p:cTn id="72"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2" presetClass="entr" presetSubtype="4" fill="hold" nodeType="clickEffect">
                                  <p:stCondLst>
                                    <p:cond delay="0"/>
                                  </p:stCondLst>
                                  <p:childTnLst>
                                    <p:set>
                                      <p:cBhvr>
                                        <p:cTn id="76" dur="1" fill="hold">
                                          <p:stCondLst>
                                            <p:cond delay="0"/>
                                          </p:stCondLst>
                                        </p:cTn>
                                        <p:tgtEl>
                                          <p:spTgt spid="17"/>
                                        </p:tgtEl>
                                        <p:attrNameLst>
                                          <p:attrName>style.visibility</p:attrName>
                                        </p:attrNameLst>
                                      </p:cBhvr>
                                      <p:to>
                                        <p:strVal val="visible"/>
                                      </p:to>
                                    </p:set>
                                    <p:anim calcmode="lin" valueType="num">
                                      <p:cBhvr additive="base">
                                        <p:cTn id="77" dur="500" fill="hold"/>
                                        <p:tgtEl>
                                          <p:spTgt spid="17"/>
                                        </p:tgtEl>
                                        <p:attrNameLst>
                                          <p:attrName>ppt_x</p:attrName>
                                        </p:attrNameLst>
                                      </p:cBhvr>
                                      <p:tavLst>
                                        <p:tav tm="0">
                                          <p:val>
                                            <p:strVal val="#ppt_x"/>
                                          </p:val>
                                        </p:tav>
                                        <p:tav tm="100000">
                                          <p:val>
                                            <p:strVal val="#ppt_x"/>
                                          </p:val>
                                        </p:tav>
                                      </p:tavLst>
                                    </p:anim>
                                    <p:anim calcmode="lin" valueType="num">
                                      <p:cBhvr additive="base">
                                        <p:cTn id="78"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79" fill="hold">
                      <p:stCondLst>
                        <p:cond delay="indefinite"/>
                      </p:stCondLst>
                      <p:childTnLst>
                        <p:par>
                          <p:cTn id="80" fill="hold">
                            <p:stCondLst>
                              <p:cond delay="0"/>
                            </p:stCondLst>
                            <p:childTnLst>
                              <p:par>
                                <p:cTn id="81" presetID="2" presetClass="entr" presetSubtype="4" fill="hold" grpId="0" nodeType="clickEffect">
                                  <p:stCondLst>
                                    <p:cond delay="0"/>
                                  </p:stCondLst>
                                  <p:childTnLst>
                                    <p:set>
                                      <p:cBhvr>
                                        <p:cTn id="82" dur="1" fill="hold">
                                          <p:stCondLst>
                                            <p:cond delay="0"/>
                                          </p:stCondLst>
                                        </p:cTn>
                                        <p:tgtEl>
                                          <p:spTgt spid="19"/>
                                        </p:tgtEl>
                                        <p:attrNameLst>
                                          <p:attrName>style.visibility</p:attrName>
                                        </p:attrNameLst>
                                      </p:cBhvr>
                                      <p:to>
                                        <p:strVal val="visible"/>
                                      </p:to>
                                    </p:set>
                                    <p:anim calcmode="lin" valueType="num">
                                      <p:cBhvr additive="base">
                                        <p:cTn id="83" dur="500" fill="hold"/>
                                        <p:tgtEl>
                                          <p:spTgt spid="19"/>
                                        </p:tgtEl>
                                        <p:attrNameLst>
                                          <p:attrName>ppt_x</p:attrName>
                                        </p:attrNameLst>
                                      </p:cBhvr>
                                      <p:tavLst>
                                        <p:tav tm="0">
                                          <p:val>
                                            <p:strVal val="#ppt_x"/>
                                          </p:val>
                                        </p:tav>
                                        <p:tav tm="100000">
                                          <p:val>
                                            <p:strVal val="#ppt_x"/>
                                          </p:val>
                                        </p:tav>
                                      </p:tavLst>
                                    </p:anim>
                                    <p:anim calcmode="lin" valueType="num">
                                      <p:cBhvr additive="base">
                                        <p:cTn id="84"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6" grpId="0" build="p"/>
      <p:bldP spid="7" grpId="0" build="p"/>
      <p:bldP spid="3" grpId="0" animBg="1"/>
      <p:bldP spid="10" grpId="0"/>
      <p:bldP spid="11" grpId="0" animBg="1"/>
      <p:bldP spid="15" grpId="0"/>
      <p:bldP spid="16" grpId="0" animBg="1"/>
      <p:bldP spid="19"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AD8D8F-586D-54DC-F323-52DC495135B0}"/>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9D66EBBA-1D9B-0218-0CDF-C524CCC784C3}"/>
              </a:ext>
            </a:extLst>
          </p:cNvPr>
          <p:cNvSpPr>
            <a:spLocks noGrp="1"/>
          </p:cNvSpPr>
          <p:nvPr>
            <p:ph type="body" sz="quarter" idx="12"/>
          </p:nvPr>
        </p:nvSpPr>
        <p:spPr>
          <a:xfrm>
            <a:off x="660399" y="1920983"/>
            <a:ext cx="10824030" cy="469900"/>
          </a:xfrm>
        </p:spPr>
        <p:txBody>
          <a:bodyPr/>
          <a:lstStyle/>
          <a:p>
            <a:pPr marL="0" indent="0">
              <a:buNone/>
            </a:pPr>
            <a:r>
              <a:rPr lang="en-US" b="1" dirty="0"/>
              <a:t>LCRC Company Acquired 80% of the Net Assets of ABC Co, for 10M, the Fair Value of the NET IDENTIFIABLE ASSETS of ABC Co is 8M Book Value of these Net Assets were 7M</a:t>
            </a:r>
          </a:p>
          <a:p>
            <a:pPr marL="0" indent="0">
              <a:buNone/>
            </a:pPr>
            <a:r>
              <a:rPr lang="en-US" b="1" dirty="0"/>
              <a:t>Goodwill Is Computed as                   Parent 80%               NCI 20%        TOTAL 100%</a:t>
            </a:r>
            <a:br>
              <a:rPr lang="en-US" b="1" dirty="0"/>
            </a:br>
            <a:r>
              <a:rPr lang="en-US" b="1" dirty="0"/>
              <a:t>Consideration Transferred                       10M                     2.5M               12.5M</a:t>
            </a:r>
            <a:br>
              <a:rPr lang="en-US" b="1" dirty="0"/>
            </a:br>
            <a:r>
              <a:rPr lang="en-US" b="1" u="sng" dirty="0"/>
              <a:t>Less: BV of NA                                            (5.6M)                 (1.4M)             (7M)</a:t>
            </a:r>
            <a:br>
              <a:rPr lang="en-US" b="1" dirty="0"/>
            </a:br>
            <a:r>
              <a:rPr lang="en-US" b="1" dirty="0"/>
              <a:t>Unamortized Excess                                  4.4M                    1.1M               5.5M</a:t>
            </a:r>
            <a:br>
              <a:rPr lang="en-US" b="1" dirty="0"/>
            </a:br>
            <a:r>
              <a:rPr lang="en-US" b="1" u="sng" dirty="0"/>
              <a:t>Less: Undervalued Assets                         (800k)                  (200k)             (1M)</a:t>
            </a:r>
            <a:br>
              <a:rPr lang="en-US" b="1" u="sng" dirty="0"/>
            </a:br>
            <a:r>
              <a:rPr lang="en-US" b="1" dirty="0"/>
              <a:t>Goodwill                                                      3.6M                   900K                4.5M</a:t>
            </a:r>
          </a:p>
          <a:p>
            <a:pPr marL="0" indent="0">
              <a:buNone/>
            </a:pPr>
            <a:endParaRPr lang="en-US" b="1" dirty="0"/>
          </a:p>
        </p:txBody>
      </p:sp>
      <p:sp>
        <p:nvSpPr>
          <p:cNvPr id="4" name="Title 3">
            <a:extLst>
              <a:ext uri="{FF2B5EF4-FFF2-40B4-BE49-F238E27FC236}">
                <a16:creationId xmlns:a16="http://schemas.microsoft.com/office/drawing/2014/main" id="{4C8528C0-7758-9552-9623-CC6230FFEB88}"/>
              </a:ext>
            </a:extLst>
          </p:cNvPr>
          <p:cNvSpPr>
            <a:spLocks noGrp="1"/>
          </p:cNvSpPr>
          <p:nvPr>
            <p:ph type="title"/>
          </p:nvPr>
        </p:nvSpPr>
        <p:spPr>
          <a:xfrm>
            <a:off x="660400" y="184727"/>
            <a:ext cx="11705771" cy="830997"/>
          </a:xfrm>
        </p:spPr>
        <p:txBody>
          <a:bodyPr/>
          <a:lstStyle/>
          <a:p>
            <a:r>
              <a:rPr lang="en-US" dirty="0"/>
              <a:t>Case 3: Stock Acquisition Less than 100%</a:t>
            </a:r>
            <a:br>
              <a:rPr lang="en-US" dirty="0"/>
            </a:br>
            <a:r>
              <a:rPr lang="en-US" dirty="0"/>
              <a:t>@ FULL Goodwill Approach</a:t>
            </a:r>
          </a:p>
        </p:txBody>
      </p:sp>
      <p:pic>
        <p:nvPicPr>
          <p:cNvPr id="5" name="Picture 4" descr="eLearning">
            <a:extLst>
              <a:ext uri="{FF2B5EF4-FFF2-40B4-BE49-F238E27FC236}">
                <a16:creationId xmlns:a16="http://schemas.microsoft.com/office/drawing/2014/main" id="{3D6CEA6A-A455-7DA2-61E5-FE3096FB573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3717" y="5578997"/>
            <a:ext cx="2096886" cy="1200439"/>
          </a:xfrm>
          <a:prstGeom prst="rect">
            <a:avLst/>
          </a:prstGeom>
          <a:noFill/>
          <a:extLst>
            <a:ext uri="{909E8E84-426E-40DD-AFC4-6F175D3DCCD1}">
              <a14:hiddenFill xmlns:a14="http://schemas.microsoft.com/office/drawing/2010/main">
                <a:solidFill>
                  <a:srgbClr val="FFFFFF"/>
                </a:solidFill>
              </a14:hiddenFill>
            </a:ext>
          </a:extLst>
        </p:spPr>
      </p:pic>
      <p:sp>
        <p:nvSpPr>
          <p:cNvPr id="6" name="Text Placeholder 1">
            <a:extLst>
              <a:ext uri="{FF2B5EF4-FFF2-40B4-BE49-F238E27FC236}">
                <a16:creationId xmlns:a16="http://schemas.microsoft.com/office/drawing/2014/main" id="{7A9CBD89-6CF0-1D93-E4AA-6335DFA814CF}"/>
              </a:ext>
            </a:extLst>
          </p:cNvPr>
          <p:cNvSpPr txBox="1">
            <a:spLocks/>
          </p:cNvSpPr>
          <p:nvPr/>
        </p:nvSpPr>
        <p:spPr>
          <a:xfrm>
            <a:off x="660399" y="2592511"/>
            <a:ext cx="9583057" cy="469900"/>
          </a:xfrm>
          <a:prstGeom prst="rect">
            <a:avLst/>
          </a:prstGeom>
        </p:spPr>
        <p:txBody>
          <a:bodyPr/>
          <a:lstStyle>
            <a:lvl1pPr marL="266700" indent="-266700" algn="l" defTabSz="914400" rtl="0" eaLnBrk="1" latinLnBrk="0" hangingPunct="1">
              <a:lnSpc>
                <a:spcPct val="90000"/>
              </a:lnSpc>
              <a:spcBef>
                <a:spcPts val="1000"/>
              </a:spcBef>
              <a:buClr>
                <a:schemeClr val="accent4"/>
              </a:buClr>
              <a:buFont typeface="Wingdings" panose="05000000000000000000" pitchFamily="2" charset="2"/>
              <a:buChar char="§"/>
              <a:defRPr sz="2000" kern="1200">
                <a:solidFill>
                  <a:schemeClr val="tx1">
                    <a:lumMod val="75000"/>
                    <a:lumOff val="25000"/>
                  </a:schemeClr>
                </a:solidFill>
                <a:latin typeface="+mn-lt"/>
                <a:ea typeface="+mn-ea"/>
                <a:cs typeface="+mn-cs"/>
              </a:defRPr>
            </a:lvl1pPr>
            <a:lvl2pPr marL="542925" indent="-276225" algn="l" defTabSz="914400" rtl="0" eaLnBrk="1" latinLnBrk="0" hangingPunct="1">
              <a:lnSpc>
                <a:spcPct val="90000"/>
              </a:lnSpc>
              <a:spcBef>
                <a:spcPts val="500"/>
              </a:spcBef>
              <a:buClr>
                <a:schemeClr val="accent4"/>
              </a:buClr>
              <a:buFont typeface="Wingdings" panose="05000000000000000000" pitchFamily="2" charset="2"/>
              <a:buChar char="§"/>
              <a:defRPr sz="1800" kern="1200">
                <a:solidFill>
                  <a:schemeClr val="tx1">
                    <a:lumMod val="75000"/>
                    <a:lumOff val="25000"/>
                  </a:schemeClr>
                </a:solidFill>
                <a:latin typeface="+mn-lt"/>
                <a:ea typeface="+mn-ea"/>
                <a:cs typeface="+mn-cs"/>
              </a:defRPr>
            </a:lvl2pPr>
            <a:lvl3pPr marL="809625" indent="-266700" algn="l" defTabSz="914400" rtl="0" eaLnBrk="1" latinLnBrk="0" hangingPunct="1">
              <a:lnSpc>
                <a:spcPct val="90000"/>
              </a:lnSpc>
              <a:spcBef>
                <a:spcPts val="500"/>
              </a:spcBef>
              <a:buClr>
                <a:schemeClr val="accent4"/>
              </a:buClr>
              <a:buFont typeface="Wingdings" panose="05000000000000000000" pitchFamily="2" charset="2"/>
              <a:buChar char="§"/>
              <a:defRPr sz="1600" kern="1200">
                <a:solidFill>
                  <a:schemeClr val="tx1">
                    <a:lumMod val="75000"/>
                    <a:lumOff val="25000"/>
                  </a:schemeClr>
                </a:solidFill>
                <a:latin typeface="+mn-lt"/>
                <a:ea typeface="+mn-ea"/>
                <a:cs typeface="+mn-cs"/>
              </a:defRPr>
            </a:lvl3pPr>
            <a:lvl4pPr marL="1076325" indent="-266700" algn="l" defTabSz="914400" rtl="0" eaLnBrk="1" latinLnBrk="0" hangingPunct="1">
              <a:lnSpc>
                <a:spcPct val="90000"/>
              </a:lnSpc>
              <a:spcBef>
                <a:spcPts val="500"/>
              </a:spcBef>
              <a:buClr>
                <a:schemeClr val="accent4"/>
              </a:buClr>
              <a:buFont typeface="Wingdings" panose="05000000000000000000" pitchFamily="2" charset="2"/>
              <a:buChar char="§"/>
              <a:defRPr sz="1600" kern="1200">
                <a:solidFill>
                  <a:schemeClr val="tx1">
                    <a:lumMod val="75000"/>
                    <a:lumOff val="25000"/>
                  </a:schemeClr>
                </a:solidFill>
                <a:latin typeface="+mn-lt"/>
                <a:ea typeface="+mn-ea"/>
                <a:cs typeface="+mn-cs"/>
              </a:defRPr>
            </a:lvl4pPr>
            <a:lvl5pPr marL="1343025" indent="-266700" algn="l" defTabSz="914400" rtl="0" eaLnBrk="1" latinLnBrk="0" hangingPunct="1">
              <a:lnSpc>
                <a:spcPct val="90000"/>
              </a:lnSpc>
              <a:spcBef>
                <a:spcPts val="500"/>
              </a:spcBef>
              <a:buClr>
                <a:schemeClr val="accent4"/>
              </a:buClr>
              <a:buFont typeface="Wingdings" panose="05000000000000000000" pitchFamily="2" charset="2"/>
              <a:buChar char="§"/>
              <a:defRPr sz="16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Wingdings" panose="05000000000000000000" pitchFamily="2" charset="2"/>
              <a:buNone/>
            </a:pPr>
            <a:endParaRPr lang="en-US" dirty="0"/>
          </a:p>
        </p:txBody>
      </p:sp>
      <p:sp>
        <p:nvSpPr>
          <p:cNvPr id="7" name="Text Placeholder 1">
            <a:extLst>
              <a:ext uri="{FF2B5EF4-FFF2-40B4-BE49-F238E27FC236}">
                <a16:creationId xmlns:a16="http://schemas.microsoft.com/office/drawing/2014/main" id="{81BD80FF-2EB2-0D4C-3E07-7C2B7A718367}"/>
              </a:ext>
            </a:extLst>
          </p:cNvPr>
          <p:cNvSpPr txBox="1">
            <a:spLocks/>
          </p:cNvSpPr>
          <p:nvPr/>
        </p:nvSpPr>
        <p:spPr>
          <a:xfrm>
            <a:off x="660399" y="3140321"/>
            <a:ext cx="9583057" cy="469900"/>
          </a:xfrm>
          <a:prstGeom prst="rect">
            <a:avLst/>
          </a:prstGeom>
        </p:spPr>
        <p:txBody>
          <a:bodyPr/>
          <a:lstStyle>
            <a:lvl1pPr marL="266700" indent="-266700" algn="l" defTabSz="914400" rtl="0" eaLnBrk="1" latinLnBrk="0" hangingPunct="1">
              <a:lnSpc>
                <a:spcPct val="90000"/>
              </a:lnSpc>
              <a:spcBef>
                <a:spcPts val="1000"/>
              </a:spcBef>
              <a:buClr>
                <a:schemeClr val="accent4"/>
              </a:buClr>
              <a:buFont typeface="Wingdings" panose="05000000000000000000" pitchFamily="2" charset="2"/>
              <a:buChar char="§"/>
              <a:defRPr sz="2000" kern="1200">
                <a:solidFill>
                  <a:schemeClr val="tx1">
                    <a:lumMod val="75000"/>
                    <a:lumOff val="25000"/>
                  </a:schemeClr>
                </a:solidFill>
                <a:latin typeface="+mn-lt"/>
                <a:ea typeface="+mn-ea"/>
                <a:cs typeface="+mn-cs"/>
              </a:defRPr>
            </a:lvl1pPr>
            <a:lvl2pPr marL="542925" indent="-276225" algn="l" defTabSz="914400" rtl="0" eaLnBrk="1" latinLnBrk="0" hangingPunct="1">
              <a:lnSpc>
                <a:spcPct val="90000"/>
              </a:lnSpc>
              <a:spcBef>
                <a:spcPts val="500"/>
              </a:spcBef>
              <a:buClr>
                <a:schemeClr val="accent4"/>
              </a:buClr>
              <a:buFont typeface="Wingdings" panose="05000000000000000000" pitchFamily="2" charset="2"/>
              <a:buChar char="§"/>
              <a:defRPr sz="1800" kern="1200">
                <a:solidFill>
                  <a:schemeClr val="tx1">
                    <a:lumMod val="75000"/>
                    <a:lumOff val="25000"/>
                  </a:schemeClr>
                </a:solidFill>
                <a:latin typeface="+mn-lt"/>
                <a:ea typeface="+mn-ea"/>
                <a:cs typeface="+mn-cs"/>
              </a:defRPr>
            </a:lvl2pPr>
            <a:lvl3pPr marL="809625" indent="-266700" algn="l" defTabSz="914400" rtl="0" eaLnBrk="1" latinLnBrk="0" hangingPunct="1">
              <a:lnSpc>
                <a:spcPct val="90000"/>
              </a:lnSpc>
              <a:spcBef>
                <a:spcPts val="500"/>
              </a:spcBef>
              <a:buClr>
                <a:schemeClr val="accent4"/>
              </a:buClr>
              <a:buFont typeface="Wingdings" panose="05000000000000000000" pitchFamily="2" charset="2"/>
              <a:buChar char="§"/>
              <a:defRPr sz="1600" kern="1200">
                <a:solidFill>
                  <a:schemeClr val="tx1">
                    <a:lumMod val="75000"/>
                    <a:lumOff val="25000"/>
                  </a:schemeClr>
                </a:solidFill>
                <a:latin typeface="+mn-lt"/>
                <a:ea typeface="+mn-ea"/>
                <a:cs typeface="+mn-cs"/>
              </a:defRPr>
            </a:lvl3pPr>
            <a:lvl4pPr marL="1076325" indent="-266700" algn="l" defTabSz="914400" rtl="0" eaLnBrk="1" latinLnBrk="0" hangingPunct="1">
              <a:lnSpc>
                <a:spcPct val="90000"/>
              </a:lnSpc>
              <a:spcBef>
                <a:spcPts val="500"/>
              </a:spcBef>
              <a:buClr>
                <a:schemeClr val="accent4"/>
              </a:buClr>
              <a:buFont typeface="Wingdings" panose="05000000000000000000" pitchFamily="2" charset="2"/>
              <a:buChar char="§"/>
              <a:defRPr sz="1600" kern="1200">
                <a:solidFill>
                  <a:schemeClr val="tx1">
                    <a:lumMod val="75000"/>
                    <a:lumOff val="25000"/>
                  </a:schemeClr>
                </a:solidFill>
                <a:latin typeface="+mn-lt"/>
                <a:ea typeface="+mn-ea"/>
                <a:cs typeface="+mn-cs"/>
              </a:defRPr>
            </a:lvl4pPr>
            <a:lvl5pPr marL="1343025" indent="-266700" algn="l" defTabSz="914400" rtl="0" eaLnBrk="1" latinLnBrk="0" hangingPunct="1">
              <a:lnSpc>
                <a:spcPct val="90000"/>
              </a:lnSpc>
              <a:spcBef>
                <a:spcPts val="500"/>
              </a:spcBef>
              <a:buClr>
                <a:schemeClr val="accent4"/>
              </a:buClr>
              <a:buFont typeface="Wingdings" panose="05000000000000000000" pitchFamily="2" charset="2"/>
              <a:buChar char="§"/>
              <a:defRPr sz="16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Wingdings" panose="05000000000000000000" pitchFamily="2" charset="2"/>
              <a:buNone/>
            </a:pPr>
            <a:endParaRPr lang="en-US" dirty="0"/>
          </a:p>
        </p:txBody>
      </p:sp>
      <p:sp>
        <p:nvSpPr>
          <p:cNvPr id="20" name="Oval 19">
            <a:extLst>
              <a:ext uri="{FF2B5EF4-FFF2-40B4-BE49-F238E27FC236}">
                <a16:creationId xmlns:a16="http://schemas.microsoft.com/office/drawing/2014/main" id="{1A6B8B6B-5584-B09D-1543-392AB7CB2734}"/>
              </a:ext>
            </a:extLst>
          </p:cNvPr>
          <p:cNvSpPr/>
          <p:nvPr/>
        </p:nvSpPr>
        <p:spPr>
          <a:xfrm>
            <a:off x="7450283" y="3140321"/>
            <a:ext cx="1007918" cy="391989"/>
          </a:xfrm>
          <a:prstGeom prst="ellipse">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cxnSp>
        <p:nvCxnSpPr>
          <p:cNvPr id="24" name="Straight Arrow Connector 23">
            <a:extLst>
              <a:ext uri="{FF2B5EF4-FFF2-40B4-BE49-F238E27FC236}">
                <a16:creationId xmlns:a16="http://schemas.microsoft.com/office/drawing/2014/main" id="{00D3DB68-FC0A-2188-C8DC-869E81147C5E}"/>
              </a:ext>
            </a:extLst>
          </p:cNvPr>
          <p:cNvCxnSpPr>
            <a:stCxn id="20" idx="2"/>
          </p:cNvCxnSpPr>
          <p:nvPr/>
        </p:nvCxnSpPr>
        <p:spPr>
          <a:xfrm flipH="1" flipV="1">
            <a:off x="5611091" y="2795155"/>
            <a:ext cx="1839192" cy="54116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 name="Straight Arrow Connector 25">
            <a:extLst>
              <a:ext uri="{FF2B5EF4-FFF2-40B4-BE49-F238E27FC236}">
                <a16:creationId xmlns:a16="http://schemas.microsoft.com/office/drawing/2014/main" id="{A5A349DC-D886-5F51-9ED6-A52AE8A66AB9}"/>
              </a:ext>
            </a:extLst>
          </p:cNvPr>
          <p:cNvCxnSpPr/>
          <p:nvPr/>
        </p:nvCxnSpPr>
        <p:spPr>
          <a:xfrm flipH="1">
            <a:off x="5465618" y="3336316"/>
            <a:ext cx="198466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0935652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anim calcmode="lin" valueType="num">
                                      <p:cBhvr>
                                        <p:cTn id="8"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1" end="1"/>
                                            </p:txEl>
                                          </p:spTgt>
                                        </p:tgtEl>
                                        <p:attrNameLst>
                                          <p:attrName>style.visibility</p:attrName>
                                        </p:attrNameLst>
                                      </p:cBhvr>
                                      <p:to>
                                        <p:strVal val="visible"/>
                                      </p:to>
                                    </p:set>
                                    <p:animEffect transition="in" filter="fade">
                                      <p:cBhvr>
                                        <p:cTn id="14" dur="1000"/>
                                        <p:tgtEl>
                                          <p:spTgt spid="2">
                                            <p:txEl>
                                              <p:pRg st="1" end="1"/>
                                            </p:txEl>
                                          </p:spTgt>
                                        </p:tgtEl>
                                      </p:cBhvr>
                                    </p:animEffect>
                                    <p:anim calcmode="lin" valueType="num">
                                      <p:cBhvr>
                                        <p:cTn id="15"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6">
                                            <p:txEl>
                                              <p:pRg st="0" end="0"/>
                                            </p:txEl>
                                          </p:spTgt>
                                        </p:tgtEl>
                                        <p:attrNameLst>
                                          <p:attrName>style.visibility</p:attrName>
                                        </p:attrNameLst>
                                      </p:cBhvr>
                                      <p:to>
                                        <p:strVal val="visible"/>
                                      </p:to>
                                    </p:set>
                                    <p:animEffect transition="in" filter="fade">
                                      <p:cBhvr>
                                        <p:cTn id="21" dur="1000"/>
                                        <p:tgtEl>
                                          <p:spTgt spid="6">
                                            <p:txEl>
                                              <p:pRg st="0" end="0"/>
                                            </p:txEl>
                                          </p:spTgt>
                                        </p:tgtEl>
                                      </p:cBhvr>
                                    </p:animEffect>
                                    <p:anim calcmode="lin" valueType="num">
                                      <p:cBhvr>
                                        <p:cTn id="22"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23"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7">
                                            <p:txEl>
                                              <p:pRg st="0" end="0"/>
                                            </p:txEl>
                                          </p:spTgt>
                                        </p:tgtEl>
                                        <p:attrNameLst>
                                          <p:attrName>style.visibility</p:attrName>
                                        </p:attrNameLst>
                                      </p:cBhvr>
                                      <p:to>
                                        <p:strVal val="visible"/>
                                      </p:to>
                                    </p:set>
                                    <p:animEffect transition="in" filter="fade">
                                      <p:cBhvr>
                                        <p:cTn id="28" dur="1000"/>
                                        <p:tgtEl>
                                          <p:spTgt spid="7">
                                            <p:txEl>
                                              <p:pRg st="0" end="0"/>
                                            </p:txEl>
                                          </p:spTgt>
                                        </p:tgtEl>
                                      </p:cBhvr>
                                    </p:animEffect>
                                    <p:anim calcmode="lin" valueType="num">
                                      <p:cBhvr>
                                        <p:cTn id="29"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1" presetClass="entr" presetSubtype="1" fill="hold" grpId="0" nodeType="clickEffect">
                                  <p:stCondLst>
                                    <p:cond delay="0"/>
                                  </p:stCondLst>
                                  <p:childTnLst>
                                    <p:set>
                                      <p:cBhvr>
                                        <p:cTn id="34" dur="1" fill="hold">
                                          <p:stCondLst>
                                            <p:cond delay="0"/>
                                          </p:stCondLst>
                                        </p:cTn>
                                        <p:tgtEl>
                                          <p:spTgt spid="20"/>
                                        </p:tgtEl>
                                        <p:attrNameLst>
                                          <p:attrName>style.visibility</p:attrName>
                                        </p:attrNameLst>
                                      </p:cBhvr>
                                      <p:to>
                                        <p:strVal val="visible"/>
                                      </p:to>
                                    </p:set>
                                    <p:animEffect transition="in" filter="wheel(1)">
                                      <p:cBhvr>
                                        <p:cTn id="35" dur="2000"/>
                                        <p:tgtEl>
                                          <p:spTgt spid="20"/>
                                        </p:tgtEl>
                                      </p:cBhvr>
                                    </p:animEffect>
                                  </p:childTnLst>
                                </p:cTn>
                              </p:par>
                            </p:childTnLst>
                          </p:cTn>
                        </p:par>
                      </p:childTnLst>
                    </p:cTn>
                  </p:par>
                  <p:par>
                    <p:cTn id="36" fill="hold">
                      <p:stCondLst>
                        <p:cond delay="indefinite"/>
                      </p:stCondLst>
                      <p:childTnLst>
                        <p:par>
                          <p:cTn id="37" fill="hold">
                            <p:stCondLst>
                              <p:cond delay="0"/>
                            </p:stCondLst>
                            <p:childTnLst>
                              <p:par>
                                <p:cTn id="38" presetID="2" presetClass="entr" presetSubtype="4" fill="hold" nodeType="clickEffect">
                                  <p:stCondLst>
                                    <p:cond delay="0"/>
                                  </p:stCondLst>
                                  <p:childTnLst>
                                    <p:set>
                                      <p:cBhvr>
                                        <p:cTn id="39" dur="1" fill="hold">
                                          <p:stCondLst>
                                            <p:cond delay="0"/>
                                          </p:stCondLst>
                                        </p:cTn>
                                        <p:tgtEl>
                                          <p:spTgt spid="24"/>
                                        </p:tgtEl>
                                        <p:attrNameLst>
                                          <p:attrName>style.visibility</p:attrName>
                                        </p:attrNameLst>
                                      </p:cBhvr>
                                      <p:to>
                                        <p:strVal val="visible"/>
                                      </p:to>
                                    </p:set>
                                    <p:anim calcmode="lin" valueType="num">
                                      <p:cBhvr additive="base">
                                        <p:cTn id="40" dur="500" fill="hold"/>
                                        <p:tgtEl>
                                          <p:spTgt spid="24"/>
                                        </p:tgtEl>
                                        <p:attrNameLst>
                                          <p:attrName>ppt_x</p:attrName>
                                        </p:attrNameLst>
                                      </p:cBhvr>
                                      <p:tavLst>
                                        <p:tav tm="0">
                                          <p:val>
                                            <p:strVal val="#ppt_x"/>
                                          </p:val>
                                        </p:tav>
                                        <p:tav tm="100000">
                                          <p:val>
                                            <p:strVal val="#ppt_x"/>
                                          </p:val>
                                        </p:tav>
                                      </p:tavLst>
                                    </p:anim>
                                    <p:anim calcmode="lin" valueType="num">
                                      <p:cBhvr additive="base">
                                        <p:cTn id="41"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2" presetClass="entr" presetSubtype="4" fill="hold" nodeType="clickEffect">
                                  <p:stCondLst>
                                    <p:cond delay="0"/>
                                  </p:stCondLst>
                                  <p:childTnLst>
                                    <p:set>
                                      <p:cBhvr>
                                        <p:cTn id="45" dur="1" fill="hold">
                                          <p:stCondLst>
                                            <p:cond delay="0"/>
                                          </p:stCondLst>
                                        </p:cTn>
                                        <p:tgtEl>
                                          <p:spTgt spid="26"/>
                                        </p:tgtEl>
                                        <p:attrNameLst>
                                          <p:attrName>style.visibility</p:attrName>
                                        </p:attrNameLst>
                                      </p:cBhvr>
                                      <p:to>
                                        <p:strVal val="visible"/>
                                      </p:to>
                                    </p:set>
                                    <p:anim calcmode="lin" valueType="num">
                                      <p:cBhvr additive="base">
                                        <p:cTn id="46" dur="500" fill="hold"/>
                                        <p:tgtEl>
                                          <p:spTgt spid="26"/>
                                        </p:tgtEl>
                                        <p:attrNameLst>
                                          <p:attrName>ppt_x</p:attrName>
                                        </p:attrNameLst>
                                      </p:cBhvr>
                                      <p:tavLst>
                                        <p:tav tm="0">
                                          <p:val>
                                            <p:strVal val="#ppt_x"/>
                                          </p:val>
                                        </p:tav>
                                        <p:tav tm="100000">
                                          <p:val>
                                            <p:strVal val="#ppt_x"/>
                                          </p:val>
                                        </p:tav>
                                      </p:tavLst>
                                    </p:anim>
                                    <p:anim calcmode="lin" valueType="num">
                                      <p:cBhvr additive="base">
                                        <p:cTn id="47"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6" grpId="0" build="p"/>
      <p:bldP spid="7" grpId="0" build="p"/>
      <p:bldP spid="20"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A38AAB-9E5F-6736-4849-AB7599F17F5B}"/>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E34FF1A1-ABF7-0D8D-6537-D83EE3CDA36D}"/>
              </a:ext>
            </a:extLst>
          </p:cNvPr>
          <p:cNvSpPr>
            <a:spLocks noGrp="1"/>
          </p:cNvSpPr>
          <p:nvPr>
            <p:ph type="body" sz="quarter" idx="12"/>
          </p:nvPr>
        </p:nvSpPr>
        <p:spPr>
          <a:xfrm>
            <a:off x="801090" y="2313390"/>
            <a:ext cx="10824030" cy="469900"/>
          </a:xfrm>
        </p:spPr>
        <p:txBody>
          <a:bodyPr/>
          <a:lstStyle/>
          <a:p>
            <a:pPr marL="0" indent="0">
              <a:buNone/>
            </a:pPr>
            <a:r>
              <a:rPr lang="en-US" b="1" dirty="0"/>
              <a:t>LCRC Company Acquired 80% of the Net Assets of ABC Co, for 10M, the Fair Value of the NET IDENTIFIABLE ASSETS of ABC Co is 8M Book Value of these Net Assets were 7M but Let us Assume that FV of NCI is 3M</a:t>
            </a:r>
          </a:p>
          <a:p>
            <a:pPr marL="0" indent="0">
              <a:buNone/>
            </a:pPr>
            <a:r>
              <a:rPr lang="en-US" b="1" dirty="0"/>
              <a:t>Goodwill Is Computed as                   Parent 80%               NCI 20%        TOTAL 100%</a:t>
            </a:r>
            <a:br>
              <a:rPr lang="en-US" b="1" dirty="0"/>
            </a:br>
            <a:r>
              <a:rPr lang="en-US" b="1" dirty="0"/>
              <a:t>Consideration Transferred                       10M                     </a:t>
            </a:r>
            <a:r>
              <a:rPr lang="en-US" b="1" dirty="0">
                <a:solidFill>
                  <a:srgbClr val="C00000"/>
                </a:solidFill>
              </a:rPr>
              <a:t>3M  </a:t>
            </a:r>
            <a:r>
              <a:rPr lang="en-US" b="1" dirty="0"/>
              <a:t>                 13M</a:t>
            </a:r>
            <a:br>
              <a:rPr lang="en-US" b="1" dirty="0"/>
            </a:br>
            <a:r>
              <a:rPr lang="en-US" b="1" u="sng" dirty="0"/>
              <a:t>Less: BV of NA                                            (5.6M)                 (1.4M)             (7M)</a:t>
            </a:r>
            <a:br>
              <a:rPr lang="en-US" b="1" dirty="0"/>
            </a:br>
            <a:r>
              <a:rPr lang="en-US" b="1" dirty="0"/>
              <a:t>Unamortized Excess                                  4.4M                    1.6M               6M</a:t>
            </a:r>
            <a:br>
              <a:rPr lang="en-US" b="1" dirty="0"/>
            </a:br>
            <a:r>
              <a:rPr lang="en-US" b="1" u="sng" dirty="0"/>
              <a:t>Less: Undervalued Assets                         (800k)                  (200k)             (1M)</a:t>
            </a:r>
            <a:br>
              <a:rPr lang="en-US" b="1" u="sng" dirty="0"/>
            </a:br>
            <a:r>
              <a:rPr lang="en-US" b="1" dirty="0"/>
              <a:t>Goodwill                                                      3.6M                   1.4M                5M</a:t>
            </a:r>
          </a:p>
          <a:p>
            <a:pPr marL="0" indent="0">
              <a:buNone/>
            </a:pPr>
            <a:endParaRPr lang="en-US" b="1" dirty="0"/>
          </a:p>
        </p:txBody>
      </p:sp>
      <p:sp>
        <p:nvSpPr>
          <p:cNvPr id="4" name="Title 3">
            <a:extLst>
              <a:ext uri="{FF2B5EF4-FFF2-40B4-BE49-F238E27FC236}">
                <a16:creationId xmlns:a16="http://schemas.microsoft.com/office/drawing/2014/main" id="{51745C45-5E23-C3AC-E47F-8608E4787DAD}"/>
              </a:ext>
            </a:extLst>
          </p:cNvPr>
          <p:cNvSpPr>
            <a:spLocks noGrp="1"/>
          </p:cNvSpPr>
          <p:nvPr>
            <p:ph type="title"/>
          </p:nvPr>
        </p:nvSpPr>
        <p:spPr>
          <a:xfrm>
            <a:off x="660400" y="184727"/>
            <a:ext cx="11705771" cy="830997"/>
          </a:xfrm>
        </p:spPr>
        <p:txBody>
          <a:bodyPr/>
          <a:lstStyle/>
          <a:p>
            <a:r>
              <a:rPr lang="en-US" dirty="0"/>
              <a:t>Case 3: Stock Acquisition Less than 100%</a:t>
            </a:r>
            <a:br>
              <a:rPr lang="en-US" dirty="0"/>
            </a:br>
            <a:r>
              <a:rPr lang="en-US" dirty="0"/>
              <a:t>@ FULL Goodwill Approach but FV of NCI is known</a:t>
            </a:r>
          </a:p>
        </p:txBody>
      </p:sp>
      <p:pic>
        <p:nvPicPr>
          <p:cNvPr id="5" name="Picture 4" descr="eLearning">
            <a:extLst>
              <a:ext uri="{FF2B5EF4-FFF2-40B4-BE49-F238E27FC236}">
                <a16:creationId xmlns:a16="http://schemas.microsoft.com/office/drawing/2014/main" id="{8299F560-040D-CF92-49AD-2DC1EDAE277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3717" y="5578997"/>
            <a:ext cx="2096886" cy="1200439"/>
          </a:xfrm>
          <a:prstGeom prst="rect">
            <a:avLst/>
          </a:prstGeom>
          <a:noFill/>
          <a:extLst>
            <a:ext uri="{909E8E84-426E-40DD-AFC4-6F175D3DCCD1}">
              <a14:hiddenFill xmlns:a14="http://schemas.microsoft.com/office/drawing/2010/main">
                <a:solidFill>
                  <a:srgbClr val="FFFFFF"/>
                </a:solidFill>
              </a14:hiddenFill>
            </a:ext>
          </a:extLst>
        </p:spPr>
      </p:pic>
      <p:sp>
        <p:nvSpPr>
          <p:cNvPr id="6" name="Text Placeholder 1">
            <a:extLst>
              <a:ext uri="{FF2B5EF4-FFF2-40B4-BE49-F238E27FC236}">
                <a16:creationId xmlns:a16="http://schemas.microsoft.com/office/drawing/2014/main" id="{3CD1F629-6D21-5695-AF72-234FCC110DD9}"/>
              </a:ext>
            </a:extLst>
          </p:cNvPr>
          <p:cNvSpPr txBox="1">
            <a:spLocks/>
          </p:cNvSpPr>
          <p:nvPr/>
        </p:nvSpPr>
        <p:spPr>
          <a:xfrm>
            <a:off x="660399" y="2592511"/>
            <a:ext cx="9583057" cy="469900"/>
          </a:xfrm>
          <a:prstGeom prst="rect">
            <a:avLst/>
          </a:prstGeom>
        </p:spPr>
        <p:txBody>
          <a:bodyPr/>
          <a:lstStyle>
            <a:lvl1pPr marL="266700" indent="-266700" algn="l" defTabSz="914400" rtl="0" eaLnBrk="1" latinLnBrk="0" hangingPunct="1">
              <a:lnSpc>
                <a:spcPct val="90000"/>
              </a:lnSpc>
              <a:spcBef>
                <a:spcPts val="1000"/>
              </a:spcBef>
              <a:buClr>
                <a:schemeClr val="accent4"/>
              </a:buClr>
              <a:buFont typeface="Wingdings" panose="05000000000000000000" pitchFamily="2" charset="2"/>
              <a:buChar char="§"/>
              <a:defRPr sz="2000" kern="1200">
                <a:solidFill>
                  <a:schemeClr val="tx1">
                    <a:lumMod val="75000"/>
                    <a:lumOff val="25000"/>
                  </a:schemeClr>
                </a:solidFill>
                <a:latin typeface="+mn-lt"/>
                <a:ea typeface="+mn-ea"/>
                <a:cs typeface="+mn-cs"/>
              </a:defRPr>
            </a:lvl1pPr>
            <a:lvl2pPr marL="542925" indent="-276225" algn="l" defTabSz="914400" rtl="0" eaLnBrk="1" latinLnBrk="0" hangingPunct="1">
              <a:lnSpc>
                <a:spcPct val="90000"/>
              </a:lnSpc>
              <a:spcBef>
                <a:spcPts val="500"/>
              </a:spcBef>
              <a:buClr>
                <a:schemeClr val="accent4"/>
              </a:buClr>
              <a:buFont typeface="Wingdings" panose="05000000000000000000" pitchFamily="2" charset="2"/>
              <a:buChar char="§"/>
              <a:defRPr sz="1800" kern="1200">
                <a:solidFill>
                  <a:schemeClr val="tx1">
                    <a:lumMod val="75000"/>
                    <a:lumOff val="25000"/>
                  </a:schemeClr>
                </a:solidFill>
                <a:latin typeface="+mn-lt"/>
                <a:ea typeface="+mn-ea"/>
                <a:cs typeface="+mn-cs"/>
              </a:defRPr>
            </a:lvl2pPr>
            <a:lvl3pPr marL="809625" indent="-266700" algn="l" defTabSz="914400" rtl="0" eaLnBrk="1" latinLnBrk="0" hangingPunct="1">
              <a:lnSpc>
                <a:spcPct val="90000"/>
              </a:lnSpc>
              <a:spcBef>
                <a:spcPts val="500"/>
              </a:spcBef>
              <a:buClr>
                <a:schemeClr val="accent4"/>
              </a:buClr>
              <a:buFont typeface="Wingdings" panose="05000000000000000000" pitchFamily="2" charset="2"/>
              <a:buChar char="§"/>
              <a:defRPr sz="1600" kern="1200">
                <a:solidFill>
                  <a:schemeClr val="tx1">
                    <a:lumMod val="75000"/>
                    <a:lumOff val="25000"/>
                  </a:schemeClr>
                </a:solidFill>
                <a:latin typeface="+mn-lt"/>
                <a:ea typeface="+mn-ea"/>
                <a:cs typeface="+mn-cs"/>
              </a:defRPr>
            </a:lvl3pPr>
            <a:lvl4pPr marL="1076325" indent="-266700" algn="l" defTabSz="914400" rtl="0" eaLnBrk="1" latinLnBrk="0" hangingPunct="1">
              <a:lnSpc>
                <a:spcPct val="90000"/>
              </a:lnSpc>
              <a:spcBef>
                <a:spcPts val="500"/>
              </a:spcBef>
              <a:buClr>
                <a:schemeClr val="accent4"/>
              </a:buClr>
              <a:buFont typeface="Wingdings" panose="05000000000000000000" pitchFamily="2" charset="2"/>
              <a:buChar char="§"/>
              <a:defRPr sz="1600" kern="1200">
                <a:solidFill>
                  <a:schemeClr val="tx1">
                    <a:lumMod val="75000"/>
                    <a:lumOff val="25000"/>
                  </a:schemeClr>
                </a:solidFill>
                <a:latin typeface="+mn-lt"/>
                <a:ea typeface="+mn-ea"/>
                <a:cs typeface="+mn-cs"/>
              </a:defRPr>
            </a:lvl4pPr>
            <a:lvl5pPr marL="1343025" indent="-266700" algn="l" defTabSz="914400" rtl="0" eaLnBrk="1" latinLnBrk="0" hangingPunct="1">
              <a:lnSpc>
                <a:spcPct val="90000"/>
              </a:lnSpc>
              <a:spcBef>
                <a:spcPts val="500"/>
              </a:spcBef>
              <a:buClr>
                <a:schemeClr val="accent4"/>
              </a:buClr>
              <a:buFont typeface="Wingdings" panose="05000000000000000000" pitchFamily="2" charset="2"/>
              <a:buChar char="§"/>
              <a:defRPr sz="16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Wingdings" panose="05000000000000000000" pitchFamily="2" charset="2"/>
              <a:buNone/>
            </a:pPr>
            <a:endParaRPr lang="en-US" dirty="0"/>
          </a:p>
        </p:txBody>
      </p:sp>
      <p:sp>
        <p:nvSpPr>
          <p:cNvPr id="7" name="Text Placeholder 1">
            <a:extLst>
              <a:ext uri="{FF2B5EF4-FFF2-40B4-BE49-F238E27FC236}">
                <a16:creationId xmlns:a16="http://schemas.microsoft.com/office/drawing/2014/main" id="{D103B129-C6C2-5CD2-DA24-3013CFFA5C2A}"/>
              </a:ext>
            </a:extLst>
          </p:cNvPr>
          <p:cNvSpPr txBox="1">
            <a:spLocks/>
          </p:cNvSpPr>
          <p:nvPr/>
        </p:nvSpPr>
        <p:spPr>
          <a:xfrm>
            <a:off x="660399" y="3140321"/>
            <a:ext cx="9583057" cy="469900"/>
          </a:xfrm>
          <a:prstGeom prst="rect">
            <a:avLst/>
          </a:prstGeom>
        </p:spPr>
        <p:txBody>
          <a:bodyPr/>
          <a:lstStyle>
            <a:lvl1pPr marL="266700" indent="-266700" algn="l" defTabSz="914400" rtl="0" eaLnBrk="1" latinLnBrk="0" hangingPunct="1">
              <a:lnSpc>
                <a:spcPct val="90000"/>
              </a:lnSpc>
              <a:spcBef>
                <a:spcPts val="1000"/>
              </a:spcBef>
              <a:buClr>
                <a:schemeClr val="accent4"/>
              </a:buClr>
              <a:buFont typeface="Wingdings" panose="05000000000000000000" pitchFamily="2" charset="2"/>
              <a:buChar char="§"/>
              <a:defRPr sz="2000" kern="1200">
                <a:solidFill>
                  <a:schemeClr val="tx1">
                    <a:lumMod val="75000"/>
                    <a:lumOff val="25000"/>
                  </a:schemeClr>
                </a:solidFill>
                <a:latin typeface="+mn-lt"/>
                <a:ea typeface="+mn-ea"/>
                <a:cs typeface="+mn-cs"/>
              </a:defRPr>
            </a:lvl1pPr>
            <a:lvl2pPr marL="542925" indent="-276225" algn="l" defTabSz="914400" rtl="0" eaLnBrk="1" latinLnBrk="0" hangingPunct="1">
              <a:lnSpc>
                <a:spcPct val="90000"/>
              </a:lnSpc>
              <a:spcBef>
                <a:spcPts val="500"/>
              </a:spcBef>
              <a:buClr>
                <a:schemeClr val="accent4"/>
              </a:buClr>
              <a:buFont typeface="Wingdings" panose="05000000000000000000" pitchFamily="2" charset="2"/>
              <a:buChar char="§"/>
              <a:defRPr sz="1800" kern="1200">
                <a:solidFill>
                  <a:schemeClr val="tx1">
                    <a:lumMod val="75000"/>
                    <a:lumOff val="25000"/>
                  </a:schemeClr>
                </a:solidFill>
                <a:latin typeface="+mn-lt"/>
                <a:ea typeface="+mn-ea"/>
                <a:cs typeface="+mn-cs"/>
              </a:defRPr>
            </a:lvl2pPr>
            <a:lvl3pPr marL="809625" indent="-266700" algn="l" defTabSz="914400" rtl="0" eaLnBrk="1" latinLnBrk="0" hangingPunct="1">
              <a:lnSpc>
                <a:spcPct val="90000"/>
              </a:lnSpc>
              <a:spcBef>
                <a:spcPts val="500"/>
              </a:spcBef>
              <a:buClr>
                <a:schemeClr val="accent4"/>
              </a:buClr>
              <a:buFont typeface="Wingdings" panose="05000000000000000000" pitchFamily="2" charset="2"/>
              <a:buChar char="§"/>
              <a:defRPr sz="1600" kern="1200">
                <a:solidFill>
                  <a:schemeClr val="tx1">
                    <a:lumMod val="75000"/>
                    <a:lumOff val="25000"/>
                  </a:schemeClr>
                </a:solidFill>
                <a:latin typeface="+mn-lt"/>
                <a:ea typeface="+mn-ea"/>
                <a:cs typeface="+mn-cs"/>
              </a:defRPr>
            </a:lvl3pPr>
            <a:lvl4pPr marL="1076325" indent="-266700" algn="l" defTabSz="914400" rtl="0" eaLnBrk="1" latinLnBrk="0" hangingPunct="1">
              <a:lnSpc>
                <a:spcPct val="90000"/>
              </a:lnSpc>
              <a:spcBef>
                <a:spcPts val="500"/>
              </a:spcBef>
              <a:buClr>
                <a:schemeClr val="accent4"/>
              </a:buClr>
              <a:buFont typeface="Wingdings" panose="05000000000000000000" pitchFamily="2" charset="2"/>
              <a:buChar char="§"/>
              <a:defRPr sz="1600" kern="1200">
                <a:solidFill>
                  <a:schemeClr val="tx1">
                    <a:lumMod val="75000"/>
                    <a:lumOff val="25000"/>
                  </a:schemeClr>
                </a:solidFill>
                <a:latin typeface="+mn-lt"/>
                <a:ea typeface="+mn-ea"/>
                <a:cs typeface="+mn-cs"/>
              </a:defRPr>
            </a:lvl4pPr>
            <a:lvl5pPr marL="1343025" indent="-266700" algn="l" defTabSz="914400" rtl="0" eaLnBrk="1" latinLnBrk="0" hangingPunct="1">
              <a:lnSpc>
                <a:spcPct val="90000"/>
              </a:lnSpc>
              <a:spcBef>
                <a:spcPts val="500"/>
              </a:spcBef>
              <a:buClr>
                <a:schemeClr val="accent4"/>
              </a:buClr>
              <a:buFont typeface="Wingdings" panose="05000000000000000000" pitchFamily="2" charset="2"/>
              <a:buChar char="§"/>
              <a:defRPr sz="16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Wingdings" panose="05000000000000000000" pitchFamily="2" charset="2"/>
              <a:buNone/>
            </a:pPr>
            <a:endParaRPr lang="en-US" dirty="0"/>
          </a:p>
        </p:txBody>
      </p:sp>
    </p:spTree>
    <p:extLst>
      <p:ext uri="{BB962C8B-B14F-4D97-AF65-F5344CB8AC3E}">
        <p14:creationId xmlns:p14="http://schemas.microsoft.com/office/powerpoint/2010/main" val="1406417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anim calcmode="lin" valueType="num">
                                      <p:cBhvr>
                                        <p:cTn id="8"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1" end="1"/>
                                            </p:txEl>
                                          </p:spTgt>
                                        </p:tgtEl>
                                        <p:attrNameLst>
                                          <p:attrName>style.visibility</p:attrName>
                                        </p:attrNameLst>
                                      </p:cBhvr>
                                      <p:to>
                                        <p:strVal val="visible"/>
                                      </p:to>
                                    </p:set>
                                    <p:animEffect transition="in" filter="fade">
                                      <p:cBhvr>
                                        <p:cTn id="14" dur="1000"/>
                                        <p:tgtEl>
                                          <p:spTgt spid="2">
                                            <p:txEl>
                                              <p:pRg st="1" end="1"/>
                                            </p:txEl>
                                          </p:spTgt>
                                        </p:tgtEl>
                                      </p:cBhvr>
                                    </p:animEffect>
                                    <p:anim calcmode="lin" valueType="num">
                                      <p:cBhvr>
                                        <p:cTn id="15"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6">
                                            <p:txEl>
                                              <p:pRg st="0" end="0"/>
                                            </p:txEl>
                                          </p:spTgt>
                                        </p:tgtEl>
                                        <p:attrNameLst>
                                          <p:attrName>style.visibility</p:attrName>
                                        </p:attrNameLst>
                                      </p:cBhvr>
                                      <p:to>
                                        <p:strVal val="visible"/>
                                      </p:to>
                                    </p:set>
                                    <p:animEffect transition="in" filter="fade">
                                      <p:cBhvr>
                                        <p:cTn id="21" dur="1000"/>
                                        <p:tgtEl>
                                          <p:spTgt spid="6">
                                            <p:txEl>
                                              <p:pRg st="0" end="0"/>
                                            </p:txEl>
                                          </p:spTgt>
                                        </p:tgtEl>
                                      </p:cBhvr>
                                    </p:animEffect>
                                    <p:anim calcmode="lin" valueType="num">
                                      <p:cBhvr>
                                        <p:cTn id="22"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23"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7">
                                            <p:txEl>
                                              <p:pRg st="0" end="0"/>
                                            </p:txEl>
                                          </p:spTgt>
                                        </p:tgtEl>
                                        <p:attrNameLst>
                                          <p:attrName>style.visibility</p:attrName>
                                        </p:attrNameLst>
                                      </p:cBhvr>
                                      <p:to>
                                        <p:strVal val="visible"/>
                                      </p:to>
                                    </p:set>
                                    <p:animEffect transition="in" filter="fade">
                                      <p:cBhvr>
                                        <p:cTn id="28" dur="1000"/>
                                        <p:tgtEl>
                                          <p:spTgt spid="7">
                                            <p:txEl>
                                              <p:pRg st="0" end="0"/>
                                            </p:txEl>
                                          </p:spTgt>
                                        </p:tgtEl>
                                      </p:cBhvr>
                                    </p:animEffect>
                                    <p:anim calcmode="lin" valueType="num">
                                      <p:cBhvr>
                                        <p:cTn id="29"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6" grpId="0" build="p"/>
      <p:bldP spid="7"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FB2D2A-7FDD-BC6A-F11E-4F311EB34923}"/>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24ADA697-A1D7-1895-CA79-71B4A5013F1E}"/>
              </a:ext>
            </a:extLst>
          </p:cNvPr>
          <p:cNvSpPr>
            <a:spLocks noGrp="1"/>
          </p:cNvSpPr>
          <p:nvPr>
            <p:ph type="body" sz="quarter" idx="12"/>
          </p:nvPr>
        </p:nvSpPr>
        <p:spPr>
          <a:xfrm>
            <a:off x="801090" y="2313390"/>
            <a:ext cx="10824030" cy="469900"/>
          </a:xfrm>
        </p:spPr>
        <p:txBody>
          <a:bodyPr/>
          <a:lstStyle/>
          <a:p>
            <a:pPr marL="0" indent="0">
              <a:buNone/>
            </a:pPr>
            <a:r>
              <a:rPr lang="en-US" b="1" dirty="0"/>
              <a:t>LCRC Company Acquired 80% of the Net Assets of ABC Co, for 10M, the Fair Value of the NET IDENTIFIABLE ASSETS of ABC Co is 8M Book Value of these Net Assets were 7M but Let us Assume that FV of NCI is 1M</a:t>
            </a:r>
          </a:p>
          <a:p>
            <a:pPr marL="0" indent="0">
              <a:buNone/>
            </a:pPr>
            <a:r>
              <a:rPr lang="en-US" b="1" dirty="0"/>
              <a:t>Goodwill Is Computed as                   Parent 80%               NCI 20%        TOTAL 100%</a:t>
            </a:r>
            <a:br>
              <a:rPr lang="en-US" b="1" dirty="0"/>
            </a:br>
            <a:r>
              <a:rPr lang="en-US" b="1" dirty="0"/>
              <a:t>Consideration Transferred                       10M                      </a:t>
            </a:r>
            <a:r>
              <a:rPr lang="en-US" b="1" dirty="0">
                <a:solidFill>
                  <a:srgbClr val="C00000"/>
                </a:solidFill>
              </a:rPr>
              <a:t>1M  </a:t>
            </a:r>
            <a:r>
              <a:rPr lang="en-US" b="1" dirty="0"/>
              <a:t>                 11M</a:t>
            </a:r>
            <a:br>
              <a:rPr lang="en-US" b="1" dirty="0"/>
            </a:br>
            <a:r>
              <a:rPr lang="en-US" b="1" u="sng" dirty="0"/>
              <a:t>Less: BV of NA                                            (5.6M)                 (1.4M)              (7M)</a:t>
            </a:r>
            <a:br>
              <a:rPr lang="en-US" b="1" dirty="0"/>
            </a:br>
            <a:r>
              <a:rPr lang="en-US" b="1" dirty="0"/>
              <a:t>Unamortized Excess                                  4.4M                    (400k)                4M</a:t>
            </a:r>
            <a:br>
              <a:rPr lang="en-US" b="1" dirty="0"/>
            </a:br>
            <a:r>
              <a:rPr lang="en-US" b="1" u="sng" dirty="0"/>
              <a:t>Less: Undervalued Assets                         (800k)                  (200k)              (1M)</a:t>
            </a:r>
            <a:br>
              <a:rPr lang="en-US" b="1" u="sng" dirty="0"/>
            </a:br>
            <a:r>
              <a:rPr lang="en-US" b="1" dirty="0"/>
              <a:t>Goodwill                                                      3.6M                   (600K)                 3M</a:t>
            </a:r>
          </a:p>
          <a:p>
            <a:pPr marL="0" indent="0">
              <a:buNone/>
            </a:pPr>
            <a:endParaRPr lang="en-US" b="1" dirty="0"/>
          </a:p>
        </p:txBody>
      </p:sp>
      <p:sp>
        <p:nvSpPr>
          <p:cNvPr id="4" name="Title 3">
            <a:extLst>
              <a:ext uri="{FF2B5EF4-FFF2-40B4-BE49-F238E27FC236}">
                <a16:creationId xmlns:a16="http://schemas.microsoft.com/office/drawing/2014/main" id="{E5C85F5F-81CC-6443-5212-048C2CA20AF0}"/>
              </a:ext>
            </a:extLst>
          </p:cNvPr>
          <p:cNvSpPr>
            <a:spLocks noGrp="1"/>
          </p:cNvSpPr>
          <p:nvPr>
            <p:ph type="title"/>
          </p:nvPr>
        </p:nvSpPr>
        <p:spPr>
          <a:xfrm>
            <a:off x="660400" y="184727"/>
            <a:ext cx="11705771" cy="830997"/>
          </a:xfrm>
        </p:spPr>
        <p:txBody>
          <a:bodyPr/>
          <a:lstStyle/>
          <a:p>
            <a:r>
              <a:rPr lang="en-US" dirty="0"/>
              <a:t>Case 3: Stock Acquisition Less than 100%</a:t>
            </a:r>
            <a:br>
              <a:rPr lang="en-US" dirty="0"/>
            </a:br>
            <a:r>
              <a:rPr lang="en-US" dirty="0"/>
              <a:t>@ FULL Goodwill Approach but FV of NCI </a:t>
            </a:r>
            <a:br>
              <a:rPr lang="en-US" dirty="0"/>
            </a:br>
            <a:r>
              <a:rPr lang="en-US" dirty="0"/>
              <a:t>is known , </a:t>
            </a:r>
            <a:r>
              <a:rPr lang="en-US" dirty="0" err="1"/>
              <a:t>GoBP</a:t>
            </a:r>
            <a:r>
              <a:rPr lang="en-US" dirty="0"/>
              <a:t>  </a:t>
            </a:r>
          </a:p>
        </p:txBody>
      </p:sp>
      <p:pic>
        <p:nvPicPr>
          <p:cNvPr id="5" name="Picture 4" descr="eLearning">
            <a:extLst>
              <a:ext uri="{FF2B5EF4-FFF2-40B4-BE49-F238E27FC236}">
                <a16:creationId xmlns:a16="http://schemas.microsoft.com/office/drawing/2014/main" id="{AC069E5F-FB8D-FF64-0F32-7666A3156F0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3717" y="5578997"/>
            <a:ext cx="2096886" cy="1200439"/>
          </a:xfrm>
          <a:prstGeom prst="rect">
            <a:avLst/>
          </a:prstGeom>
          <a:noFill/>
          <a:extLst>
            <a:ext uri="{909E8E84-426E-40DD-AFC4-6F175D3DCCD1}">
              <a14:hiddenFill xmlns:a14="http://schemas.microsoft.com/office/drawing/2010/main">
                <a:solidFill>
                  <a:srgbClr val="FFFFFF"/>
                </a:solidFill>
              </a14:hiddenFill>
            </a:ext>
          </a:extLst>
        </p:spPr>
      </p:pic>
      <p:sp>
        <p:nvSpPr>
          <p:cNvPr id="6" name="Text Placeholder 1">
            <a:extLst>
              <a:ext uri="{FF2B5EF4-FFF2-40B4-BE49-F238E27FC236}">
                <a16:creationId xmlns:a16="http://schemas.microsoft.com/office/drawing/2014/main" id="{5A652BE0-57F4-B4F3-F3DE-F746D85C26EC}"/>
              </a:ext>
            </a:extLst>
          </p:cNvPr>
          <p:cNvSpPr txBox="1">
            <a:spLocks/>
          </p:cNvSpPr>
          <p:nvPr/>
        </p:nvSpPr>
        <p:spPr>
          <a:xfrm>
            <a:off x="660399" y="2592511"/>
            <a:ext cx="9583057" cy="469900"/>
          </a:xfrm>
          <a:prstGeom prst="rect">
            <a:avLst/>
          </a:prstGeom>
        </p:spPr>
        <p:txBody>
          <a:bodyPr/>
          <a:lstStyle>
            <a:lvl1pPr marL="266700" indent="-266700" algn="l" defTabSz="914400" rtl="0" eaLnBrk="1" latinLnBrk="0" hangingPunct="1">
              <a:lnSpc>
                <a:spcPct val="90000"/>
              </a:lnSpc>
              <a:spcBef>
                <a:spcPts val="1000"/>
              </a:spcBef>
              <a:buClr>
                <a:schemeClr val="accent4"/>
              </a:buClr>
              <a:buFont typeface="Wingdings" panose="05000000000000000000" pitchFamily="2" charset="2"/>
              <a:buChar char="§"/>
              <a:defRPr sz="2000" kern="1200">
                <a:solidFill>
                  <a:schemeClr val="tx1">
                    <a:lumMod val="75000"/>
                    <a:lumOff val="25000"/>
                  </a:schemeClr>
                </a:solidFill>
                <a:latin typeface="+mn-lt"/>
                <a:ea typeface="+mn-ea"/>
                <a:cs typeface="+mn-cs"/>
              </a:defRPr>
            </a:lvl1pPr>
            <a:lvl2pPr marL="542925" indent="-276225" algn="l" defTabSz="914400" rtl="0" eaLnBrk="1" latinLnBrk="0" hangingPunct="1">
              <a:lnSpc>
                <a:spcPct val="90000"/>
              </a:lnSpc>
              <a:spcBef>
                <a:spcPts val="500"/>
              </a:spcBef>
              <a:buClr>
                <a:schemeClr val="accent4"/>
              </a:buClr>
              <a:buFont typeface="Wingdings" panose="05000000000000000000" pitchFamily="2" charset="2"/>
              <a:buChar char="§"/>
              <a:defRPr sz="1800" kern="1200">
                <a:solidFill>
                  <a:schemeClr val="tx1">
                    <a:lumMod val="75000"/>
                    <a:lumOff val="25000"/>
                  </a:schemeClr>
                </a:solidFill>
                <a:latin typeface="+mn-lt"/>
                <a:ea typeface="+mn-ea"/>
                <a:cs typeface="+mn-cs"/>
              </a:defRPr>
            </a:lvl2pPr>
            <a:lvl3pPr marL="809625" indent="-266700" algn="l" defTabSz="914400" rtl="0" eaLnBrk="1" latinLnBrk="0" hangingPunct="1">
              <a:lnSpc>
                <a:spcPct val="90000"/>
              </a:lnSpc>
              <a:spcBef>
                <a:spcPts val="500"/>
              </a:spcBef>
              <a:buClr>
                <a:schemeClr val="accent4"/>
              </a:buClr>
              <a:buFont typeface="Wingdings" panose="05000000000000000000" pitchFamily="2" charset="2"/>
              <a:buChar char="§"/>
              <a:defRPr sz="1600" kern="1200">
                <a:solidFill>
                  <a:schemeClr val="tx1">
                    <a:lumMod val="75000"/>
                    <a:lumOff val="25000"/>
                  </a:schemeClr>
                </a:solidFill>
                <a:latin typeface="+mn-lt"/>
                <a:ea typeface="+mn-ea"/>
                <a:cs typeface="+mn-cs"/>
              </a:defRPr>
            </a:lvl3pPr>
            <a:lvl4pPr marL="1076325" indent="-266700" algn="l" defTabSz="914400" rtl="0" eaLnBrk="1" latinLnBrk="0" hangingPunct="1">
              <a:lnSpc>
                <a:spcPct val="90000"/>
              </a:lnSpc>
              <a:spcBef>
                <a:spcPts val="500"/>
              </a:spcBef>
              <a:buClr>
                <a:schemeClr val="accent4"/>
              </a:buClr>
              <a:buFont typeface="Wingdings" panose="05000000000000000000" pitchFamily="2" charset="2"/>
              <a:buChar char="§"/>
              <a:defRPr sz="1600" kern="1200">
                <a:solidFill>
                  <a:schemeClr val="tx1">
                    <a:lumMod val="75000"/>
                    <a:lumOff val="25000"/>
                  </a:schemeClr>
                </a:solidFill>
                <a:latin typeface="+mn-lt"/>
                <a:ea typeface="+mn-ea"/>
                <a:cs typeface="+mn-cs"/>
              </a:defRPr>
            </a:lvl4pPr>
            <a:lvl5pPr marL="1343025" indent="-266700" algn="l" defTabSz="914400" rtl="0" eaLnBrk="1" latinLnBrk="0" hangingPunct="1">
              <a:lnSpc>
                <a:spcPct val="90000"/>
              </a:lnSpc>
              <a:spcBef>
                <a:spcPts val="500"/>
              </a:spcBef>
              <a:buClr>
                <a:schemeClr val="accent4"/>
              </a:buClr>
              <a:buFont typeface="Wingdings" panose="05000000000000000000" pitchFamily="2" charset="2"/>
              <a:buChar char="§"/>
              <a:defRPr sz="16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Wingdings" panose="05000000000000000000" pitchFamily="2" charset="2"/>
              <a:buNone/>
            </a:pPr>
            <a:endParaRPr lang="en-US" dirty="0"/>
          </a:p>
        </p:txBody>
      </p:sp>
      <p:sp>
        <p:nvSpPr>
          <p:cNvPr id="7" name="Text Placeholder 1">
            <a:extLst>
              <a:ext uri="{FF2B5EF4-FFF2-40B4-BE49-F238E27FC236}">
                <a16:creationId xmlns:a16="http://schemas.microsoft.com/office/drawing/2014/main" id="{486C6618-AFD7-A143-A7D9-CB1A4E9F5B35}"/>
              </a:ext>
            </a:extLst>
          </p:cNvPr>
          <p:cNvSpPr txBox="1">
            <a:spLocks/>
          </p:cNvSpPr>
          <p:nvPr/>
        </p:nvSpPr>
        <p:spPr>
          <a:xfrm>
            <a:off x="660399" y="3140321"/>
            <a:ext cx="9583057" cy="469900"/>
          </a:xfrm>
          <a:prstGeom prst="rect">
            <a:avLst/>
          </a:prstGeom>
        </p:spPr>
        <p:txBody>
          <a:bodyPr/>
          <a:lstStyle>
            <a:lvl1pPr marL="266700" indent="-266700" algn="l" defTabSz="914400" rtl="0" eaLnBrk="1" latinLnBrk="0" hangingPunct="1">
              <a:lnSpc>
                <a:spcPct val="90000"/>
              </a:lnSpc>
              <a:spcBef>
                <a:spcPts val="1000"/>
              </a:spcBef>
              <a:buClr>
                <a:schemeClr val="accent4"/>
              </a:buClr>
              <a:buFont typeface="Wingdings" panose="05000000000000000000" pitchFamily="2" charset="2"/>
              <a:buChar char="§"/>
              <a:defRPr sz="2000" kern="1200">
                <a:solidFill>
                  <a:schemeClr val="tx1">
                    <a:lumMod val="75000"/>
                    <a:lumOff val="25000"/>
                  </a:schemeClr>
                </a:solidFill>
                <a:latin typeface="+mn-lt"/>
                <a:ea typeface="+mn-ea"/>
                <a:cs typeface="+mn-cs"/>
              </a:defRPr>
            </a:lvl1pPr>
            <a:lvl2pPr marL="542925" indent="-276225" algn="l" defTabSz="914400" rtl="0" eaLnBrk="1" latinLnBrk="0" hangingPunct="1">
              <a:lnSpc>
                <a:spcPct val="90000"/>
              </a:lnSpc>
              <a:spcBef>
                <a:spcPts val="500"/>
              </a:spcBef>
              <a:buClr>
                <a:schemeClr val="accent4"/>
              </a:buClr>
              <a:buFont typeface="Wingdings" panose="05000000000000000000" pitchFamily="2" charset="2"/>
              <a:buChar char="§"/>
              <a:defRPr sz="1800" kern="1200">
                <a:solidFill>
                  <a:schemeClr val="tx1">
                    <a:lumMod val="75000"/>
                    <a:lumOff val="25000"/>
                  </a:schemeClr>
                </a:solidFill>
                <a:latin typeface="+mn-lt"/>
                <a:ea typeface="+mn-ea"/>
                <a:cs typeface="+mn-cs"/>
              </a:defRPr>
            </a:lvl2pPr>
            <a:lvl3pPr marL="809625" indent="-266700" algn="l" defTabSz="914400" rtl="0" eaLnBrk="1" latinLnBrk="0" hangingPunct="1">
              <a:lnSpc>
                <a:spcPct val="90000"/>
              </a:lnSpc>
              <a:spcBef>
                <a:spcPts val="500"/>
              </a:spcBef>
              <a:buClr>
                <a:schemeClr val="accent4"/>
              </a:buClr>
              <a:buFont typeface="Wingdings" panose="05000000000000000000" pitchFamily="2" charset="2"/>
              <a:buChar char="§"/>
              <a:defRPr sz="1600" kern="1200">
                <a:solidFill>
                  <a:schemeClr val="tx1">
                    <a:lumMod val="75000"/>
                    <a:lumOff val="25000"/>
                  </a:schemeClr>
                </a:solidFill>
                <a:latin typeface="+mn-lt"/>
                <a:ea typeface="+mn-ea"/>
                <a:cs typeface="+mn-cs"/>
              </a:defRPr>
            </a:lvl3pPr>
            <a:lvl4pPr marL="1076325" indent="-266700" algn="l" defTabSz="914400" rtl="0" eaLnBrk="1" latinLnBrk="0" hangingPunct="1">
              <a:lnSpc>
                <a:spcPct val="90000"/>
              </a:lnSpc>
              <a:spcBef>
                <a:spcPts val="500"/>
              </a:spcBef>
              <a:buClr>
                <a:schemeClr val="accent4"/>
              </a:buClr>
              <a:buFont typeface="Wingdings" panose="05000000000000000000" pitchFamily="2" charset="2"/>
              <a:buChar char="§"/>
              <a:defRPr sz="1600" kern="1200">
                <a:solidFill>
                  <a:schemeClr val="tx1">
                    <a:lumMod val="75000"/>
                    <a:lumOff val="25000"/>
                  </a:schemeClr>
                </a:solidFill>
                <a:latin typeface="+mn-lt"/>
                <a:ea typeface="+mn-ea"/>
                <a:cs typeface="+mn-cs"/>
              </a:defRPr>
            </a:lvl4pPr>
            <a:lvl5pPr marL="1343025" indent="-266700" algn="l" defTabSz="914400" rtl="0" eaLnBrk="1" latinLnBrk="0" hangingPunct="1">
              <a:lnSpc>
                <a:spcPct val="90000"/>
              </a:lnSpc>
              <a:spcBef>
                <a:spcPts val="500"/>
              </a:spcBef>
              <a:buClr>
                <a:schemeClr val="accent4"/>
              </a:buClr>
              <a:buFont typeface="Wingdings" panose="05000000000000000000" pitchFamily="2" charset="2"/>
              <a:buChar char="§"/>
              <a:defRPr sz="16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Wingdings" panose="05000000000000000000" pitchFamily="2" charset="2"/>
              <a:buNone/>
            </a:pPr>
            <a:endParaRPr lang="en-US" dirty="0"/>
          </a:p>
        </p:txBody>
      </p:sp>
      <p:sp>
        <p:nvSpPr>
          <p:cNvPr id="3" name="TextBox 2">
            <a:extLst>
              <a:ext uri="{FF2B5EF4-FFF2-40B4-BE49-F238E27FC236}">
                <a16:creationId xmlns:a16="http://schemas.microsoft.com/office/drawing/2014/main" id="{96D6A6D9-DD34-BDA0-B352-79F43D1FBD42}"/>
              </a:ext>
            </a:extLst>
          </p:cNvPr>
          <p:cNvSpPr txBox="1"/>
          <p:nvPr/>
        </p:nvSpPr>
        <p:spPr>
          <a:xfrm>
            <a:off x="2992581" y="5394331"/>
            <a:ext cx="6806046" cy="369332"/>
          </a:xfrm>
          <a:prstGeom prst="rect">
            <a:avLst/>
          </a:prstGeom>
          <a:noFill/>
        </p:spPr>
        <p:txBody>
          <a:bodyPr wrap="square" rtlCol="0">
            <a:spAutoFit/>
          </a:bodyPr>
          <a:lstStyle/>
          <a:p>
            <a:r>
              <a:rPr lang="en-US" b="1" dirty="0">
                <a:solidFill>
                  <a:srgbClr val="C00000"/>
                </a:solidFill>
              </a:rPr>
              <a:t>IF THIS HAPPENS, USE THE PROPORTIONATE METHOD INSTEAD</a:t>
            </a:r>
          </a:p>
        </p:txBody>
      </p:sp>
      <p:sp>
        <p:nvSpPr>
          <p:cNvPr id="8" name="Oval 7">
            <a:extLst>
              <a:ext uri="{FF2B5EF4-FFF2-40B4-BE49-F238E27FC236}">
                <a16:creationId xmlns:a16="http://schemas.microsoft.com/office/drawing/2014/main" id="{540A8598-B584-0762-0E88-003892D843B5}"/>
              </a:ext>
            </a:extLst>
          </p:cNvPr>
          <p:cNvSpPr/>
          <p:nvPr/>
        </p:nvSpPr>
        <p:spPr>
          <a:xfrm>
            <a:off x="4343400" y="2930236"/>
            <a:ext cx="1558636" cy="2223655"/>
          </a:xfrm>
          <a:prstGeom prst="ellipse">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cxnSp>
        <p:nvCxnSpPr>
          <p:cNvPr id="10" name="Straight Arrow Connector 9">
            <a:extLst>
              <a:ext uri="{FF2B5EF4-FFF2-40B4-BE49-F238E27FC236}">
                <a16:creationId xmlns:a16="http://schemas.microsoft.com/office/drawing/2014/main" id="{7F294C9E-B680-91EB-2DD3-A62B85395FFF}"/>
              </a:ext>
            </a:extLst>
          </p:cNvPr>
          <p:cNvCxnSpPr>
            <a:stCxn id="3" idx="0"/>
            <a:endCxn id="8" idx="6"/>
          </p:cNvCxnSpPr>
          <p:nvPr/>
        </p:nvCxnSpPr>
        <p:spPr>
          <a:xfrm flipH="1" flipV="1">
            <a:off x="5902036" y="4156364"/>
            <a:ext cx="493568" cy="123796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6376815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anim calcmode="lin" valueType="num">
                                      <p:cBhvr>
                                        <p:cTn id="8"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1" end="1"/>
                                            </p:txEl>
                                          </p:spTgt>
                                        </p:tgtEl>
                                        <p:attrNameLst>
                                          <p:attrName>style.visibility</p:attrName>
                                        </p:attrNameLst>
                                      </p:cBhvr>
                                      <p:to>
                                        <p:strVal val="visible"/>
                                      </p:to>
                                    </p:set>
                                    <p:animEffect transition="in" filter="fade">
                                      <p:cBhvr>
                                        <p:cTn id="14" dur="1000"/>
                                        <p:tgtEl>
                                          <p:spTgt spid="2">
                                            <p:txEl>
                                              <p:pRg st="1" end="1"/>
                                            </p:txEl>
                                          </p:spTgt>
                                        </p:tgtEl>
                                      </p:cBhvr>
                                    </p:animEffect>
                                    <p:anim calcmode="lin" valueType="num">
                                      <p:cBhvr>
                                        <p:cTn id="15"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6">
                                            <p:txEl>
                                              <p:pRg st="0" end="0"/>
                                            </p:txEl>
                                          </p:spTgt>
                                        </p:tgtEl>
                                        <p:attrNameLst>
                                          <p:attrName>style.visibility</p:attrName>
                                        </p:attrNameLst>
                                      </p:cBhvr>
                                      <p:to>
                                        <p:strVal val="visible"/>
                                      </p:to>
                                    </p:set>
                                    <p:animEffect transition="in" filter="fade">
                                      <p:cBhvr>
                                        <p:cTn id="21" dur="1000"/>
                                        <p:tgtEl>
                                          <p:spTgt spid="6">
                                            <p:txEl>
                                              <p:pRg st="0" end="0"/>
                                            </p:txEl>
                                          </p:spTgt>
                                        </p:tgtEl>
                                      </p:cBhvr>
                                    </p:animEffect>
                                    <p:anim calcmode="lin" valueType="num">
                                      <p:cBhvr>
                                        <p:cTn id="22"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23"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7">
                                            <p:txEl>
                                              <p:pRg st="0" end="0"/>
                                            </p:txEl>
                                          </p:spTgt>
                                        </p:tgtEl>
                                        <p:attrNameLst>
                                          <p:attrName>style.visibility</p:attrName>
                                        </p:attrNameLst>
                                      </p:cBhvr>
                                      <p:to>
                                        <p:strVal val="visible"/>
                                      </p:to>
                                    </p:set>
                                    <p:animEffect transition="in" filter="fade">
                                      <p:cBhvr>
                                        <p:cTn id="28" dur="1000"/>
                                        <p:tgtEl>
                                          <p:spTgt spid="7">
                                            <p:txEl>
                                              <p:pRg st="0" end="0"/>
                                            </p:txEl>
                                          </p:spTgt>
                                        </p:tgtEl>
                                      </p:cBhvr>
                                    </p:animEffect>
                                    <p:anim calcmode="lin" valueType="num">
                                      <p:cBhvr>
                                        <p:cTn id="29"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gtEl>
                                        <p:attrNameLst>
                                          <p:attrName>style.visibility</p:attrName>
                                        </p:attrNameLst>
                                      </p:cBhvr>
                                      <p:to>
                                        <p:strVal val="visible"/>
                                      </p:to>
                                    </p:set>
                                    <p:animEffect transition="in" filter="fade">
                                      <p:cBhvr>
                                        <p:cTn id="35" dur="1000"/>
                                        <p:tgtEl>
                                          <p:spTgt spid="3"/>
                                        </p:tgtEl>
                                      </p:cBhvr>
                                    </p:animEffect>
                                    <p:anim calcmode="lin" valueType="num">
                                      <p:cBhvr>
                                        <p:cTn id="36" dur="1000" fill="hold"/>
                                        <p:tgtEl>
                                          <p:spTgt spid="3"/>
                                        </p:tgtEl>
                                        <p:attrNameLst>
                                          <p:attrName>ppt_x</p:attrName>
                                        </p:attrNameLst>
                                      </p:cBhvr>
                                      <p:tavLst>
                                        <p:tav tm="0">
                                          <p:val>
                                            <p:strVal val="#ppt_x"/>
                                          </p:val>
                                        </p:tav>
                                        <p:tav tm="100000">
                                          <p:val>
                                            <p:strVal val="#ppt_x"/>
                                          </p:val>
                                        </p:tav>
                                      </p:tavLst>
                                    </p:anim>
                                    <p:anim calcmode="lin" valueType="num">
                                      <p:cBhvr>
                                        <p:cTn id="37"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1" presetClass="entr" presetSubtype="1" fill="hold" grpId="0" nodeType="clickEffect">
                                  <p:stCondLst>
                                    <p:cond delay="0"/>
                                  </p:stCondLst>
                                  <p:childTnLst>
                                    <p:set>
                                      <p:cBhvr>
                                        <p:cTn id="41" dur="1" fill="hold">
                                          <p:stCondLst>
                                            <p:cond delay="0"/>
                                          </p:stCondLst>
                                        </p:cTn>
                                        <p:tgtEl>
                                          <p:spTgt spid="8"/>
                                        </p:tgtEl>
                                        <p:attrNameLst>
                                          <p:attrName>style.visibility</p:attrName>
                                        </p:attrNameLst>
                                      </p:cBhvr>
                                      <p:to>
                                        <p:strVal val="visible"/>
                                      </p:to>
                                    </p:set>
                                    <p:animEffect transition="in" filter="wheel(1)">
                                      <p:cBhvr>
                                        <p:cTn id="42" dur="2000"/>
                                        <p:tgtEl>
                                          <p:spTgt spid="8"/>
                                        </p:tgtEl>
                                      </p:cBhvr>
                                    </p:animEffect>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500" fill="hold"/>
                                        <p:tgtEl>
                                          <p:spTgt spid="10"/>
                                        </p:tgtEl>
                                        <p:attrNameLst>
                                          <p:attrName>ppt_x</p:attrName>
                                        </p:attrNameLst>
                                      </p:cBhvr>
                                      <p:tavLst>
                                        <p:tav tm="0">
                                          <p:val>
                                            <p:strVal val="#ppt_x"/>
                                          </p:val>
                                        </p:tav>
                                        <p:tav tm="100000">
                                          <p:val>
                                            <p:strVal val="#ppt_x"/>
                                          </p:val>
                                        </p:tav>
                                      </p:tavLst>
                                    </p:anim>
                                    <p:anim calcmode="lin" valueType="num">
                                      <p:cBhvr additive="base">
                                        <p:cTn id="4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6" grpId="0" build="p"/>
      <p:bldP spid="7" grpId="0" build="p"/>
      <p:bldP spid="3" grpId="0"/>
      <p:bldP spid="8"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BC6D82-1134-6BD2-439B-23A2C7BC4163}"/>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D9F93BFB-0713-56CC-817E-21C7FAD3366C}"/>
              </a:ext>
            </a:extLst>
          </p:cNvPr>
          <p:cNvSpPr>
            <a:spLocks noGrp="1"/>
          </p:cNvSpPr>
          <p:nvPr>
            <p:ph type="body" sz="quarter" idx="12"/>
          </p:nvPr>
        </p:nvSpPr>
        <p:spPr>
          <a:xfrm>
            <a:off x="660399" y="2044701"/>
            <a:ext cx="9583057" cy="469900"/>
          </a:xfrm>
        </p:spPr>
        <p:txBody>
          <a:bodyPr/>
          <a:lstStyle/>
          <a:p>
            <a:pPr marL="0" indent="0">
              <a:buNone/>
            </a:pPr>
            <a:endParaRPr lang="en-US" dirty="0"/>
          </a:p>
        </p:txBody>
      </p:sp>
      <p:sp>
        <p:nvSpPr>
          <p:cNvPr id="4" name="Title 3">
            <a:extLst>
              <a:ext uri="{FF2B5EF4-FFF2-40B4-BE49-F238E27FC236}">
                <a16:creationId xmlns:a16="http://schemas.microsoft.com/office/drawing/2014/main" id="{9583D0C5-C8AC-F66B-75EA-8EAF86491BCB}"/>
              </a:ext>
            </a:extLst>
          </p:cNvPr>
          <p:cNvSpPr>
            <a:spLocks noGrp="1"/>
          </p:cNvSpPr>
          <p:nvPr>
            <p:ph type="title"/>
          </p:nvPr>
        </p:nvSpPr>
        <p:spPr>
          <a:xfrm>
            <a:off x="660400" y="184727"/>
            <a:ext cx="11705771" cy="830997"/>
          </a:xfrm>
        </p:spPr>
        <p:txBody>
          <a:bodyPr/>
          <a:lstStyle/>
          <a:p>
            <a:r>
              <a:rPr lang="en-US" dirty="0"/>
              <a:t>Comprehensive Sample</a:t>
            </a:r>
          </a:p>
        </p:txBody>
      </p:sp>
      <p:pic>
        <p:nvPicPr>
          <p:cNvPr id="5" name="Picture 4" descr="eLearning">
            <a:extLst>
              <a:ext uri="{FF2B5EF4-FFF2-40B4-BE49-F238E27FC236}">
                <a16:creationId xmlns:a16="http://schemas.microsoft.com/office/drawing/2014/main" id="{B853E6DB-8F55-63ED-9897-A0C2103851C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3717" y="5578997"/>
            <a:ext cx="2096886" cy="1200439"/>
          </a:xfrm>
          <a:prstGeom prst="rect">
            <a:avLst/>
          </a:prstGeom>
          <a:noFill/>
          <a:extLst>
            <a:ext uri="{909E8E84-426E-40DD-AFC4-6F175D3DCCD1}">
              <a14:hiddenFill xmlns:a14="http://schemas.microsoft.com/office/drawing/2010/main">
                <a:solidFill>
                  <a:srgbClr val="FFFFFF"/>
                </a:solidFill>
              </a14:hiddenFill>
            </a:ext>
          </a:extLst>
        </p:spPr>
      </p:pic>
      <p:sp>
        <p:nvSpPr>
          <p:cNvPr id="6" name="Text Placeholder 1">
            <a:extLst>
              <a:ext uri="{FF2B5EF4-FFF2-40B4-BE49-F238E27FC236}">
                <a16:creationId xmlns:a16="http://schemas.microsoft.com/office/drawing/2014/main" id="{FD6ECBCE-6EF9-A226-A0CA-0F756F97E763}"/>
              </a:ext>
            </a:extLst>
          </p:cNvPr>
          <p:cNvSpPr txBox="1">
            <a:spLocks/>
          </p:cNvSpPr>
          <p:nvPr/>
        </p:nvSpPr>
        <p:spPr>
          <a:xfrm>
            <a:off x="660399" y="2592511"/>
            <a:ext cx="9583057" cy="469900"/>
          </a:xfrm>
          <a:prstGeom prst="rect">
            <a:avLst/>
          </a:prstGeom>
        </p:spPr>
        <p:txBody>
          <a:bodyPr/>
          <a:lstStyle>
            <a:lvl1pPr marL="266700" indent="-266700" algn="l" defTabSz="914400" rtl="0" eaLnBrk="1" latinLnBrk="0" hangingPunct="1">
              <a:lnSpc>
                <a:spcPct val="90000"/>
              </a:lnSpc>
              <a:spcBef>
                <a:spcPts val="1000"/>
              </a:spcBef>
              <a:buClr>
                <a:schemeClr val="accent4"/>
              </a:buClr>
              <a:buFont typeface="Wingdings" panose="05000000000000000000" pitchFamily="2" charset="2"/>
              <a:buChar char="§"/>
              <a:defRPr sz="2000" kern="1200">
                <a:solidFill>
                  <a:schemeClr val="tx1">
                    <a:lumMod val="75000"/>
                    <a:lumOff val="25000"/>
                  </a:schemeClr>
                </a:solidFill>
                <a:latin typeface="+mn-lt"/>
                <a:ea typeface="+mn-ea"/>
                <a:cs typeface="+mn-cs"/>
              </a:defRPr>
            </a:lvl1pPr>
            <a:lvl2pPr marL="542925" indent="-276225" algn="l" defTabSz="914400" rtl="0" eaLnBrk="1" latinLnBrk="0" hangingPunct="1">
              <a:lnSpc>
                <a:spcPct val="90000"/>
              </a:lnSpc>
              <a:spcBef>
                <a:spcPts val="500"/>
              </a:spcBef>
              <a:buClr>
                <a:schemeClr val="accent4"/>
              </a:buClr>
              <a:buFont typeface="Wingdings" panose="05000000000000000000" pitchFamily="2" charset="2"/>
              <a:buChar char="§"/>
              <a:defRPr sz="1800" kern="1200">
                <a:solidFill>
                  <a:schemeClr val="tx1">
                    <a:lumMod val="75000"/>
                    <a:lumOff val="25000"/>
                  </a:schemeClr>
                </a:solidFill>
                <a:latin typeface="+mn-lt"/>
                <a:ea typeface="+mn-ea"/>
                <a:cs typeface="+mn-cs"/>
              </a:defRPr>
            </a:lvl2pPr>
            <a:lvl3pPr marL="809625" indent="-266700" algn="l" defTabSz="914400" rtl="0" eaLnBrk="1" latinLnBrk="0" hangingPunct="1">
              <a:lnSpc>
                <a:spcPct val="90000"/>
              </a:lnSpc>
              <a:spcBef>
                <a:spcPts val="500"/>
              </a:spcBef>
              <a:buClr>
                <a:schemeClr val="accent4"/>
              </a:buClr>
              <a:buFont typeface="Wingdings" panose="05000000000000000000" pitchFamily="2" charset="2"/>
              <a:buChar char="§"/>
              <a:defRPr sz="1600" kern="1200">
                <a:solidFill>
                  <a:schemeClr val="tx1">
                    <a:lumMod val="75000"/>
                    <a:lumOff val="25000"/>
                  </a:schemeClr>
                </a:solidFill>
                <a:latin typeface="+mn-lt"/>
                <a:ea typeface="+mn-ea"/>
                <a:cs typeface="+mn-cs"/>
              </a:defRPr>
            </a:lvl3pPr>
            <a:lvl4pPr marL="1076325" indent="-266700" algn="l" defTabSz="914400" rtl="0" eaLnBrk="1" latinLnBrk="0" hangingPunct="1">
              <a:lnSpc>
                <a:spcPct val="90000"/>
              </a:lnSpc>
              <a:spcBef>
                <a:spcPts val="500"/>
              </a:spcBef>
              <a:buClr>
                <a:schemeClr val="accent4"/>
              </a:buClr>
              <a:buFont typeface="Wingdings" panose="05000000000000000000" pitchFamily="2" charset="2"/>
              <a:buChar char="§"/>
              <a:defRPr sz="1600" kern="1200">
                <a:solidFill>
                  <a:schemeClr val="tx1">
                    <a:lumMod val="75000"/>
                    <a:lumOff val="25000"/>
                  </a:schemeClr>
                </a:solidFill>
                <a:latin typeface="+mn-lt"/>
                <a:ea typeface="+mn-ea"/>
                <a:cs typeface="+mn-cs"/>
              </a:defRPr>
            </a:lvl4pPr>
            <a:lvl5pPr marL="1343025" indent="-266700" algn="l" defTabSz="914400" rtl="0" eaLnBrk="1" latinLnBrk="0" hangingPunct="1">
              <a:lnSpc>
                <a:spcPct val="90000"/>
              </a:lnSpc>
              <a:spcBef>
                <a:spcPts val="500"/>
              </a:spcBef>
              <a:buClr>
                <a:schemeClr val="accent4"/>
              </a:buClr>
              <a:buFont typeface="Wingdings" panose="05000000000000000000" pitchFamily="2" charset="2"/>
              <a:buChar char="§"/>
              <a:defRPr sz="16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Wingdings" panose="05000000000000000000" pitchFamily="2" charset="2"/>
              <a:buNone/>
            </a:pPr>
            <a:endParaRPr lang="en-US" dirty="0"/>
          </a:p>
        </p:txBody>
      </p:sp>
      <p:sp>
        <p:nvSpPr>
          <p:cNvPr id="7" name="Text Placeholder 1">
            <a:extLst>
              <a:ext uri="{FF2B5EF4-FFF2-40B4-BE49-F238E27FC236}">
                <a16:creationId xmlns:a16="http://schemas.microsoft.com/office/drawing/2014/main" id="{030CE3A1-D039-FE3D-518A-4EE6EE946DFE}"/>
              </a:ext>
            </a:extLst>
          </p:cNvPr>
          <p:cNvSpPr txBox="1">
            <a:spLocks/>
          </p:cNvSpPr>
          <p:nvPr/>
        </p:nvSpPr>
        <p:spPr>
          <a:xfrm>
            <a:off x="660399" y="3140321"/>
            <a:ext cx="9583057" cy="469900"/>
          </a:xfrm>
          <a:prstGeom prst="rect">
            <a:avLst/>
          </a:prstGeom>
        </p:spPr>
        <p:txBody>
          <a:bodyPr/>
          <a:lstStyle>
            <a:lvl1pPr marL="266700" indent="-266700" algn="l" defTabSz="914400" rtl="0" eaLnBrk="1" latinLnBrk="0" hangingPunct="1">
              <a:lnSpc>
                <a:spcPct val="90000"/>
              </a:lnSpc>
              <a:spcBef>
                <a:spcPts val="1000"/>
              </a:spcBef>
              <a:buClr>
                <a:schemeClr val="accent4"/>
              </a:buClr>
              <a:buFont typeface="Wingdings" panose="05000000000000000000" pitchFamily="2" charset="2"/>
              <a:buChar char="§"/>
              <a:defRPr sz="2000" kern="1200">
                <a:solidFill>
                  <a:schemeClr val="tx1">
                    <a:lumMod val="75000"/>
                    <a:lumOff val="25000"/>
                  </a:schemeClr>
                </a:solidFill>
                <a:latin typeface="+mn-lt"/>
                <a:ea typeface="+mn-ea"/>
                <a:cs typeface="+mn-cs"/>
              </a:defRPr>
            </a:lvl1pPr>
            <a:lvl2pPr marL="542925" indent="-276225" algn="l" defTabSz="914400" rtl="0" eaLnBrk="1" latinLnBrk="0" hangingPunct="1">
              <a:lnSpc>
                <a:spcPct val="90000"/>
              </a:lnSpc>
              <a:spcBef>
                <a:spcPts val="500"/>
              </a:spcBef>
              <a:buClr>
                <a:schemeClr val="accent4"/>
              </a:buClr>
              <a:buFont typeface="Wingdings" panose="05000000000000000000" pitchFamily="2" charset="2"/>
              <a:buChar char="§"/>
              <a:defRPr sz="1800" kern="1200">
                <a:solidFill>
                  <a:schemeClr val="tx1">
                    <a:lumMod val="75000"/>
                    <a:lumOff val="25000"/>
                  </a:schemeClr>
                </a:solidFill>
                <a:latin typeface="+mn-lt"/>
                <a:ea typeface="+mn-ea"/>
                <a:cs typeface="+mn-cs"/>
              </a:defRPr>
            </a:lvl2pPr>
            <a:lvl3pPr marL="809625" indent="-266700" algn="l" defTabSz="914400" rtl="0" eaLnBrk="1" latinLnBrk="0" hangingPunct="1">
              <a:lnSpc>
                <a:spcPct val="90000"/>
              </a:lnSpc>
              <a:spcBef>
                <a:spcPts val="500"/>
              </a:spcBef>
              <a:buClr>
                <a:schemeClr val="accent4"/>
              </a:buClr>
              <a:buFont typeface="Wingdings" panose="05000000000000000000" pitchFamily="2" charset="2"/>
              <a:buChar char="§"/>
              <a:defRPr sz="1600" kern="1200">
                <a:solidFill>
                  <a:schemeClr val="tx1">
                    <a:lumMod val="75000"/>
                    <a:lumOff val="25000"/>
                  </a:schemeClr>
                </a:solidFill>
                <a:latin typeface="+mn-lt"/>
                <a:ea typeface="+mn-ea"/>
                <a:cs typeface="+mn-cs"/>
              </a:defRPr>
            </a:lvl3pPr>
            <a:lvl4pPr marL="1076325" indent="-266700" algn="l" defTabSz="914400" rtl="0" eaLnBrk="1" latinLnBrk="0" hangingPunct="1">
              <a:lnSpc>
                <a:spcPct val="90000"/>
              </a:lnSpc>
              <a:spcBef>
                <a:spcPts val="500"/>
              </a:spcBef>
              <a:buClr>
                <a:schemeClr val="accent4"/>
              </a:buClr>
              <a:buFont typeface="Wingdings" panose="05000000000000000000" pitchFamily="2" charset="2"/>
              <a:buChar char="§"/>
              <a:defRPr sz="1600" kern="1200">
                <a:solidFill>
                  <a:schemeClr val="tx1">
                    <a:lumMod val="75000"/>
                    <a:lumOff val="25000"/>
                  </a:schemeClr>
                </a:solidFill>
                <a:latin typeface="+mn-lt"/>
                <a:ea typeface="+mn-ea"/>
                <a:cs typeface="+mn-cs"/>
              </a:defRPr>
            </a:lvl4pPr>
            <a:lvl5pPr marL="1343025" indent="-266700" algn="l" defTabSz="914400" rtl="0" eaLnBrk="1" latinLnBrk="0" hangingPunct="1">
              <a:lnSpc>
                <a:spcPct val="90000"/>
              </a:lnSpc>
              <a:spcBef>
                <a:spcPts val="500"/>
              </a:spcBef>
              <a:buClr>
                <a:schemeClr val="accent4"/>
              </a:buClr>
              <a:buFont typeface="Wingdings" panose="05000000000000000000" pitchFamily="2" charset="2"/>
              <a:buChar char="§"/>
              <a:defRPr sz="16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Wingdings" panose="05000000000000000000" pitchFamily="2" charset="2"/>
              <a:buNone/>
            </a:pPr>
            <a:endParaRPr lang="en-US" dirty="0"/>
          </a:p>
        </p:txBody>
      </p:sp>
    </p:spTree>
    <p:extLst>
      <p:ext uri="{BB962C8B-B14F-4D97-AF65-F5344CB8AC3E}">
        <p14:creationId xmlns:p14="http://schemas.microsoft.com/office/powerpoint/2010/main" val="3525779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nodePh="1">
                                  <p:stCondLst>
                                    <p:cond delay="0"/>
                                  </p:stCondLst>
                                  <p:endCondLst>
                                    <p:cond evt="begin" delay="0">
                                      <p:tn val="5"/>
                                    </p:cond>
                                  </p:end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anim calcmode="lin" valueType="num">
                                      <p:cBhvr>
                                        <p:cTn id="8"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6">
                                            <p:txEl>
                                              <p:pRg st="0" end="0"/>
                                            </p:txEl>
                                          </p:spTgt>
                                        </p:tgtEl>
                                        <p:attrNameLst>
                                          <p:attrName>style.visibility</p:attrName>
                                        </p:attrNameLst>
                                      </p:cBhvr>
                                      <p:to>
                                        <p:strVal val="visible"/>
                                      </p:to>
                                    </p:set>
                                    <p:animEffect transition="in" filter="fade">
                                      <p:cBhvr>
                                        <p:cTn id="14" dur="1000"/>
                                        <p:tgtEl>
                                          <p:spTgt spid="6">
                                            <p:txEl>
                                              <p:pRg st="0" end="0"/>
                                            </p:txEl>
                                          </p:spTgt>
                                        </p:tgtEl>
                                      </p:cBhvr>
                                    </p:animEffect>
                                    <p:anim calcmode="lin" valueType="num">
                                      <p:cBhvr>
                                        <p:cTn id="15"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7">
                                            <p:txEl>
                                              <p:pRg st="0" end="0"/>
                                            </p:txEl>
                                          </p:spTgt>
                                        </p:tgtEl>
                                        <p:attrNameLst>
                                          <p:attrName>style.visibility</p:attrName>
                                        </p:attrNameLst>
                                      </p:cBhvr>
                                      <p:to>
                                        <p:strVal val="visible"/>
                                      </p:to>
                                    </p:set>
                                    <p:animEffect transition="in" filter="fade">
                                      <p:cBhvr>
                                        <p:cTn id="21" dur="1000"/>
                                        <p:tgtEl>
                                          <p:spTgt spid="7">
                                            <p:txEl>
                                              <p:pRg st="0" end="0"/>
                                            </p:txEl>
                                          </p:spTgt>
                                        </p:tgtEl>
                                      </p:cBhvr>
                                    </p:animEffect>
                                    <p:anim calcmode="lin" valueType="num">
                                      <p:cBhvr>
                                        <p:cTn id="22"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6" grpId="0" build="p"/>
      <p:bldP spid="7"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7933FF-82E8-9F5B-9DAB-C70ADF5B875C}"/>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4E78FDED-F188-5EF5-0723-C07AC9DDD567}"/>
              </a:ext>
            </a:extLst>
          </p:cNvPr>
          <p:cNvSpPr>
            <a:spLocks noGrp="1"/>
          </p:cNvSpPr>
          <p:nvPr>
            <p:ph type="body" sz="quarter" idx="12"/>
          </p:nvPr>
        </p:nvSpPr>
        <p:spPr>
          <a:xfrm>
            <a:off x="660399" y="936595"/>
            <a:ext cx="9583057" cy="469900"/>
          </a:xfrm>
        </p:spPr>
        <p:txBody>
          <a:bodyPr/>
          <a:lstStyle/>
          <a:p>
            <a:pPr marL="0" indent="0">
              <a:buNone/>
            </a:pPr>
            <a:r>
              <a:rPr lang="en-US" dirty="0"/>
              <a:t>2001 -&gt; PAS 27 </a:t>
            </a:r>
          </a:p>
          <a:p>
            <a:pPr marL="0" indent="0">
              <a:buNone/>
            </a:pPr>
            <a:r>
              <a:rPr lang="en-US" dirty="0"/>
              <a:t>2011-&gt; New Issuance of PFRS 10</a:t>
            </a:r>
          </a:p>
        </p:txBody>
      </p:sp>
      <p:sp>
        <p:nvSpPr>
          <p:cNvPr id="4" name="Title 3">
            <a:extLst>
              <a:ext uri="{FF2B5EF4-FFF2-40B4-BE49-F238E27FC236}">
                <a16:creationId xmlns:a16="http://schemas.microsoft.com/office/drawing/2014/main" id="{7A24CDBA-12DC-7FA3-8843-E5D90BE81D74}"/>
              </a:ext>
            </a:extLst>
          </p:cNvPr>
          <p:cNvSpPr>
            <a:spLocks noGrp="1"/>
          </p:cNvSpPr>
          <p:nvPr>
            <p:ph type="title"/>
          </p:nvPr>
        </p:nvSpPr>
        <p:spPr>
          <a:xfrm>
            <a:off x="660400" y="184727"/>
            <a:ext cx="11705771" cy="830997"/>
          </a:xfrm>
        </p:spPr>
        <p:txBody>
          <a:bodyPr/>
          <a:lstStyle/>
          <a:p>
            <a:r>
              <a:rPr lang="en-US" dirty="0"/>
              <a:t>PFRS 10</a:t>
            </a:r>
          </a:p>
        </p:txBody>
      </p:sp>
      <p:pic>
        <p:nvPicPr>
          <p:cNvPr id="5" name="Picture 4" descr="eLearning">
            <a:extLst>
              <a:ext uri="{FF2B5EF4-FFF2-40B4-BE49-F238E27FC236}">
                <a16:creationId xmlns:a16="http://schemas.microsoft.com/office/drawing/2014/main" id="{F2EEDE0D-D9A1-F6B0-5347-1E7D819C7B1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3717" y="5578997"/>
            <a:ext cx="2096886" cy="1200439"/>
          </a:xfrm>
          <a:prstGeom prst="rect">
            <a:avLst/>
          </a:prstGeom>
          <a:noFill/>
          <a:extLst>
            <a:ext uri="{909E8E84-426E-40DD-AFC4-6F175D3DCCD1}">
              <a14:hiddenFill xmlns:a14="http://schemas.microsoft.com/office/drawing/2010/main">
                <a:solidFill>
                  <a:srgbClr val="FFFFFF"/>
                </a:solidFill>
              </a14:hiddenFill>
            </a:ext>
          </a:extLst>
        </p:spPr>
      </p:pic>
      <p:sp>
        <p:nvSpPr>
          <p:cNvPr id="6" name="Text Placeholder 1">
            <a:extLst>
              <a:ext uri="{FF2B5EF4-FFF2-40B4-BE49-F238E27FC236}">
                <a16:creationId xmlns:a16="http://schemas.microsoft.com/office/drawing/2014/main" id="{586130CA-9D29-E0FB-3F87-EF2F192654D1}"/>
              </a:ext>
            </a:extLst>
          </p:cNvPr>
          <p:cNvSpPr txBox="1">
            <a:spLocks/>
          </p:cNvSpPr>
          <p:nvPr/>
        </p:nvSpPr>
        <p:spPr>
          <a:xfrm>
            <a:off x="660399" y="2592511"/>
            <a:ext cx="9583057" cy="469900"/>
          </a:xfrm>
          <a:prstGeom prst="rect">
            <a:avLst/>
          </a:prstGeom>
        </p:spPr>
        <p:txBody>
          <a:bodyPr/>
          <a:lstStyle>
            <a:lvl1pPr marL="266700" indent="-266700" algn="l" defTabSz="914400" rtl="0" eaLnBrk="1" latinLnBrk="0" hangingPunct="1">
              <a:lnSpc>
                <a:spcPct val="90000"/>
              </a:lnSpc>
              <a:spcBef>
                <a:spcPts val="1000"/>
              </a:spcBef>
              <a:buClr>
                <a:schemeClr val="accent4"/>
              </a:buClr>
              <a:buFont typeface="Wingdings" panose="05000000000000000000" pitchFamily="2" charset="2"/>
              <a:buChar char="§"/>
              <a:defRPr sz="2000" kern="1200">
                <a:solidFill>
                  <a:schemeClr val="tx1">
                    <a:lumMod val="75000"/>
                    <a:lumOff val="25000"/>
                  </a:schemeClr>
                </a:solidFill>
                <a:latin typeface="+mn-lt"/>
                <a:ea typeface="+mn-ea"/>
                <a:cs typeface="+mn-cs"/>
              </a:defRPr>
            </a:lvl1pPr>
            <a:lvl2pPr marL="542925" indent="-276225" algn="l" defTabSz="914400" rtl="0" eaLnBrk="1" latinLnBrk="0" hangingPunct="1">
              <a:lnSpc>
                <a:spcPct val="90000"/>
              </a:lnSpc>
              <a:spcBef>
                <a:spcPts val="500"/>
              </a:spcBef>
              <a:buClr>
                <a:schemeClr val="accent4"/>
              </a:buClr>
              <a:buFont typeface="Wingdings" panose="05000000000000000000" pitchFamily="2" charset="2"/>
              <a:buChar char="§"/>
              <a:defRPr sz="1800" kern="1200">
                <a:solidFill>
                  <a:schemeClr val="tx1">
                    <a:lumMod val="75000"/>
                    <a:lumOff val="25000"/>
                  </a:schemeClr>
                </a:solidFill>
                <a:latin typeface="+mn-lt"/>
                <a:ea typeface="+mn-ea"/>
                <a:cs typeface="+mn-cs"/>
              </a:defRPr>
            </a:lvl2pPr>
            <a:lvl3pPr marL="809625" indent="-266700" algn="l" defTabSz="914400" rtl="0" eaLnBrk="1" latinLnBrk="0" hangingPunct="1">
              <a:lnSpc>
                <a:spcPct val="90000"/>
              </a:lnSpc>
              <a:spcBef>
                <a:spcPts val="500"/>
              </a:spcBef>
              <a:buClr>
                <a:schemeClr val="accent4"/>
              </a:buClr>
              <a:buFont typeface="Wingdings" panose="05000000000000000000" pitchFamily="2" charset="2"/>
              <a:buChar char="§"/>
              <a:defRPr sz="1600" kern="1200">
                <a:solidFill>
                  <a:schemeClr val="tx1">
                    <a:lumMod val="75000"/>
                    <a:lumOff val="25000"/>
                  </a:schemeClr>
                </a:solidFill>
                <a:latin typeface="+mn-lt"/>
                <a:ea typeface="+mn-ea"/>
                <a:cs typeface="+mn-cs"/>
              </a:defRPr>
            </a:lvl3pPr>
            <a:lvl4pPr marL="1076325" indent="-266700" algn="l" defTabSz="914400" rtl="0" eaLnBrk="1" latinLnBrk="0" hangingPunct="1">
              <a:lnSpc>
                <a:spcPct val="90000"/>
              </a:lnSpc>
              <a:spcBef>
                <a:spcPts val="500"/>
              </a:spcBef>
              <a:buClr>
                <a:schemeClr val="accent4"/>
              </a:buClr>
              <a:buFont typeface="Wingdings" panose="05000000000000000000" pitchFamily="2" charset="2"/>
              <a:buChar char="§"/>
              <a:defRPr sz="1600" kern="1200">
                <a:solidFill>
                  <a:schemeClr val="tx1">
                    <a:lumMod val="75000"/>
                    <a:lumOff val="25000"/>
                  </a:schemeClr>
                </a:solidFill>
                <a:latin typeface="+mn-lt"/>
                <a:ea typeface="+mn-ea"/>
                <a:cs typeface="+mn-cs"/>
              </a:defRPr>
            </a:lvl4pPr>
            <a:lvl5pPr marL="1343025" indent="-266700" algn="l" defTabSz="914400" rtl="0" eaLnBrk="1" latinLnBrk="0" hangingPunct="1">
              <a:lnSpc>
                <a:spcPct val="90000"/>
              </a:lnSpc>
              <a:spcBef>
                <a:spcPts val="500"/>
              </a:spcBef>
              <a:buClr>
                <a:schemeClr val="accent4"/>
              </a:buClr>
              <a:buFont typeface="Wingdings" panose="05000000000000000000" pitchFamily="2" charset="2"/>
              <a:buChar char="§"/>
              <a:defRPr sz="16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Wingdings" panose="05000000000000000000" pitchFamily="2" charset="2"/>
              <a:buNone/>
            </a:pPr>
            <a:endParaRPr lang="en-US" dirty="0"/>
          </a:p>
        </p:txBody>
      </p:sp>
      <p:sp>
        <p:nvSpPr>
          <p:cNvPr id="7" name="Text Placeholder 1">
            <a:extLst>
              <a:ext uri="{FF2B5EF4-FFF2-40B4-BE49-F238E27FC236}">
                <a16:creationId xmlns:a16="http://schemas.microsoft.com/office/drawing/2014/main" id="{A54B155C-D812-291E-A0D9-9F293610F670}"/>
              </a:ext>
            </a:extLst>
          </p:cNvPr>
          <p:cNvSpPr txBox="1">
            <a:spLocks/>
          </p:cNvSpPr>
          <p:nvPr/>
        </p:nvSpPr>
        <p:spPr>
          <a:xfrm>
            <a:off x="660399" y="3140321"/>
            <a:ext cx="9583057" cy="469900"/>
          </a:xfrm>
          <a:prstGeom prst="rect">
            <a:avLst/>
          </a:prstGeom>
        </p:spPr>
        <p:txBody>
          <a:bodyPr/>
          <a:lstStyle>
            <a:lvl1pPr marL="266700" indent="-266700" algn="l" defTabSz="914400" rtl="0" eaLnBrk="1" latinLnBrk="0" hangingPunct="1">
              <a:lnSpc>
                <a:spcPct val="90000"/>
              </a:lnSpc>
              <a:spcBef>
                <a:spcPts val="1000"/>
              </a:spcBef>
              <a:buClr>
                <a:schemeClr val="accent4"/>
              </a:buClr>
              <a:buFont typeface="Wingdings" panose="05000000000000000000" pitchFamily="2" charset="2"/>
              <a:buChar char="§"/>
              <a:defRPr sz="2000" kern="1200">
                <a:solidFill>
                  <a:schemeClr val="tx1">
                    <a:lumMod val="75000"/>
                    <a:lumOff val="25000"/>
                  </a:schemeClr>
                </a:solidFill>
                <a:latin typeface="+mn-lt"/>
                <a:ea typeface="+mn-ea"/>
                <a:cs typeface="+mn-cs"/>
              </a:defRPr>
            </a:lvl1pPr>
            <a:lvl2pPr marL="542925" indent="-276225" algn="l" defTabSz="914400" rtl="0" eaLnBrk="1" latinLnBrk="0" hangingPunct="1">
              <a:lnSpc>
                <a:spcPct val="90000"/>
              </a:lnSpc>
              <a:spcBef>
                <a:spcPts val="500"/>
              </a:spcBef>
              <a:buClr>
                <a:schemeClr val="accent4"/>
              </a:buClr>
              <a:buFont typeface="Wingdings" panose="05000000000000000000" pitchFamily="2" charset="2"/>
              <a:buChar char="§"/>
              <a:defRPr sz="1800" kern="1200">
                <a:solidFill>
                  <a:schemeClr val="tx1">
                    <a:lumMod val="75000"/>
                    <a:lumOff val="25000"/>
                  </a:schemeClr>
                </a:solidFill>
                <a:latin typeface="+mn-lt"/>
                <a:ea typeface="+mn-ea"/>
                <a:cs typeface="+mn-cs"/>
              </a:defRPr>
            </a:lvl2pPr>
            <a:lvl3pPr marL="809625" indent="-266700" algn="l" defTabSz="914400" rtl="0" eaLnBrk="1" latinLnBrk="0" hangingPunct="1">
              <a:lnSpc>
                <a:spcPct val="90000"/>
              </a:lnSpc>
              <a:spcBef>
                <a:spcPts val="500"/>
              </a:spcBef>
              <a:buClr>
                <a:schemeClr val="accent4"/>
              </a:buClr>
              <a:buFont typeface="Wingdings" panose="05000000000000000000" pitchFamily="2" charset="2"/>
              <a:buChar char="§"/>
              <a:defRPr sz="1600" kern="1200">
                <a:solidFill>
                  <a:schemeClr val="tx1">
                    <a:lumMod val="75000"/>
                    <a:lumOff val="25000"/>
                  </a:schemeClr>
                </a:solidFill>
                <a:latin typeface="+mn-lt"/>
                <a:ea typeface="+mn-ea"/>
                <a:cs typeface="+mn-cs"/>
              </a:defRPr>
            </a:lvl3pPr>
            <a:lvl4pPr marL="1076325" indent="-266700" algn="l" defTabSz="914400" rtl="0" eaLnBrk="1" latinLnBrk="0" hangingPunct="1">
              <a:lnSpc>
                <a:spcPct val="90000"/>
              </a:lnSpc>
              <a:spcBef>
                <a:spcPts val="500"/>
              </a:spcBef>
              <a:buClr>
                <a:schemeClr val="accent4"/>
              </a:buClr>
              <a:buFont typeface="Wingdings" panose="05000000000000000000" pitchFamily="2" charset="2"/>
              <a:buChar char="§"/>
              <a:defRPr sz="1600" kern="1200">
                <a:solidFill>
                  <a:schemeClr val="tx1">
                    <a:lumMod val="75000"/>
                    <a:lumOff val="25000"/>
                  </a:schemeClr>
                </a:solidFill>
                <a:latin typeface="+mn-lt"/>
                <a:ea typeface="+mn-ea"/>
                <a:cs typeface="+mn-cs"/>
              </a:defRPr>
            </a:lvl4pPr>
            <a:lvl5pPr marL="1343025" indent="-266700" algn="l" defTabSz="914400" rtl="0" eaLnBrk="1" latinLnBrk="0" hangingPunct="1">
              <a:lnSpc>
                <a:spcPct val="90000"/>
              </a:lnSpc>
              <a:spcBef>
                <a:spcPts val="500"/>
              </a:spcBef>
              <a:buClr>
                <a:schemeClr val="accent4"/>
              </a:buClr>
              <a:buFont typeface="Wingdings" panose="05000000000000000000" pitchFamily="2" charset="2"/>
              <a:buChar char="§"/>
              <a:defRPr sz="16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Wingdings" panose="05000000000000000000" pitchFamily="2" charset="2"/>
              <a:buNone/>
            </a:pPr>
            <a:endParaRPr lang="en-US" dirty="0"/>
          </a:p>
        </p:txBody>
      </p:sp>
      <p:sp>
        <p:nvSpPr>
          <p:cNvPr id="3" name="Arrow: Down 2">
            <a:extLst>
              <a:ext uri="{FF2B5EF4-FFF2-40B4-BE49-F238E27FC236}">
                <a16:creationId xmlns:a16="http://schemas.microsoft.com/office/drawing/2014/main" id="{69D4C2CF-EB3A-8E29-E33C-58A9C636F08B}"/>
              </a:ext>
            </a:extLst>
          </p:cNvPr>
          <p:cNvSpPr/>
          <p:nvPr/>
        </p:nvSpPr>
        <p:spPr>
          <a:xfrm>
            <a:off x="1371600" y="1953491"/>
            <a:ext cx="706582" cy="820882"/>
          </a:xfrm>
          <a:prstGeom prst="down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lowchart: Process 7">
            <a:extLst>
              <a:ext uri="{FF2B5EF4-FFF2-40B4-BE49-F238E27FC236}">
                <a16:creationId xmlns:a16="http://schemas.microsoft.com/office/drawing/2014/main" id="{80BDCF08-CE4E-756F-D609-25F4F96F8D41}"/>
              </a:ext>
            </a:extLst>
          </p:cNvPr>
          <p:cNvSpPr/>
          <p:nvPr/>
        </p:nvSpPr>
        <p:spPr>
          <a:xfrm>
            <a:off x="862445" y="2860900"/>
            <a:ext cx="2096886" cy="820882"/>
          </a:xfrm>
          <a:prstGeom prst="flowChartProcess">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OBJECTIVE</a:t>
            </a:r>
          </a:p>
        </p:txBody>
      </p:sp>
      <p:sp>
        <p:nvSpPr>
          <p:cNvPr id="9" name="Equals 8">
            <a:extLst>
              <a:ext uri="{FF2B5EF4-FFF2-40B4-BE49-F238E27FC236}">
                <a16:creationId xmlns:a16="http://schemas.microsoft.com/office/drawing/2014/main" id="{F18C23F6-673F-750E-FAE9-88A5E7EDB5C9}"/>
              </a:ext>
            </a:extLst>
          </p:cNvPr>
          <p:cNvSpPr/>
          <p:nvPr/>
        </p:nvSpPr>
        <p:spPr>
          <a:xfrm>
            <a:off x="3044536" y="2814141"/>
            <a:ext cx="914400" cy="914400"/>
          </a:xfrm>
          <a:prstGeom prst="mathEqual">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Rectangle: Rounded Corners 9">
            <a:extLst>
              <a:ext uri="{FF2B5EF4-FFF2-40B4-BE49-F238E27FC236}">
                <a16:creationId xmlns:a16="http://schemas.microsoft.com/office/drawing/2014/main" id="{B65DE787-8900-B83E-7ADC-51F6D8C9B0A0}"/>
              </a:ext>
            </a:extLst>
          </p:cNvPr>
          <p:cNvSpPr/>
          <p:nvPr/>
        </p:nvSpPr>
        <p:spPr>
          <a:xfrm>
            <a:off x="4044141" y="2774373"/>
            <a:ext cx="4188925" cy="914400"/>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CONSOLIDATED FINANCIAL STATEMENTS</a:t>
            </a:r>
          </a:p>
        </p:txBody>
      </p:sp>
      <p:sp>
        <p:nvSpPr>
          <p:cNvPr id="11" name="Arrow: Right 10">
            <a:extLst>
              <a:ext uri="{FF2B5EF4-FFF2-40B4-BE49-F238E27FC236}">
                <a16:creationId xmlns:a16="http://schemas.microsoft.com/office/drawing/2014/main" id="{C263A803-C30A-A7B5-6ECE-838D8C9E6EB5}"/>
              </a:ext>
            </a:extLst>
          </p:cNvPr>
          <p:cNvSpPr/>
          <p:nvPr/>
        </p:nvSpPr>
        <p:spPr>
          <a:xfrm>
            <a:off x="8318271" y="2981956"/>
            <a:ext cx="1319646" cy="537206"/>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74" name="Picture 2" descr="78,900+ Puppeteer Stock Photos, Pictures &amp; Royalty-Free Images - iStock |  Puppeteer hands, Puppeteer hand, Marionette puppeteer">
            <a:extLst>
              <a:ext uri="{FF2B5EF4-FFF2-40B4-BE49-F238E27FC236}">
                <a16:creationId xmlns:a16="http://schemas.microsoft.com/office/drawing/2014/main" id="{3DC1A3CC-1768-7B5C-CC40-98D1C19DA8D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37917" y="2586657"/>
            <a:ext cx="2055668" cy="1289831"/>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ECABAA81-45A2-CAB1-71C5-FD0782600E24}"/>
              </a:ext>
            </a:extLst>
          </p:cNvPr>
          <p:cNvSpPr txBox="1"/>
          <p:nvPr/>
        </p:nvSpPr>
        <p:spPr>
          <a:xfrm>
            <a:off x="10150186" y="2135724"/>
            <a:ext cx="1693718" cy="369332"/>
          </a:xfrm>
          <a:prstGeom prst="rect">
            <a:avLst/>
          </a:prstGeom>
          <a:noFill/>
        </p:spPr>
        <p:txBody>
          <a:bodyPr wrap="square" rtlCol="0">
            <a:spAutoFit/>
          </a:bodyPr>
          <a:lstStyle/>
          <a:p>
            <a:r>
              <a:rPr lang="en-US" b="1" dirty="0"/>
              <a:t>CONTROL</a:t>
            </a:r>
          </a:p>
        </p:txBody>
      </p:sp>
      <p:cxnSp>
        <p:nvCxnSpPr>
          <p:cNvPr id="14" name="Straight Arrow Connector 13">
            <a:extLst>
              <a:ext uri="{FF2B5EF4-FFF2-40B4-BE49-F238E27FC236}">
                <a16:creationId xmlns:a16="http://schemas.microsoft.com/office/drawing/2014/main" id="{73A0EF9E-D849-305D-6D2A-98239AD6E887}"/>
              </a:ext>
            </a:extLst>
          </p:cNvPr>
          <p:cNvCxnSpPr>
            <a:cxnSpLocks/>
            <a:stCxn id="10" idx="2"/>
            <a:endCxn id="15" idx="0"/>
          </p:cNvCxnSpPr>
          <p:nvPr/>
        </p:nvCxnSpPr>
        <p:spPr>
          <a:xfrm flipH="1">
            <a:off x="2850227" y="3688773"/>
            <a:ext cx="3288377" cy="11723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8985B13F-5AEA-D9B7-980F-9F9F226AE2C8}"/>
              </a:ext>
            </a:extLst>
          </p:cNvPr>
          <p:cNvSpPr txBox="1"/>
          <p:nvPr/>
        </p:nvSpPr>
        <p:spPr>
          <a:xfrm>
            <a:off x="1712422" y="4861105"/>
            <a:ext cx="2275609" cy="646331"/>
          </a:xfrm>
          <a:prstGeom prst="rect">
            <a:avLst/>
          </a:prstGeom>
          <a:noFill/>
        </p:spPr>
        <p:txBody>
          <a:bodyPr wrap="square" rtlCol="0">
            <a:spAutoFit/>
          </a:bodyPr>
          <a:lstStyle/>
          <a:p>
            <a:r>
              <a:rPr lang="en-US" b="1" dirty="0"/>
              <a:t>Consolidated Financial Statements</a:t>
            </a:r>
          </a:p>
        </p:txBody>
      </p:sp>
      <p:cxnSp>
        <p:nvCxnSpPr>
          <p:cNvPr id="16" name="Straight Arrow Connector 15">
            <a:extLst>
              <a:ext uri="{FF2B5EF4-FFF2-40B4-BE49-F238E27FC236}">
                <a16:creationId xmlns:a16="http://schemas.microsoft.com/office/drawing/2014/main" id="{56241B86-D5AD-0862-377E-F23BD8CBA37B}"/>
              </a:ext>
            </a:extLst>
          </p:cNvPr>
          <p:cNvCxnSpPr>
            <a:cxnSpLocks/>
          </p:cNvCxnSpPr>
          <p:nvPr/>
        </p:nvCxnSpPr>
        <p:spPr>
          <a:xfrm flipH="1">
            <a:off x="4925290" y="3668889"/>
            <a:ext cx="1207079" cy="11922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79509609-3269-AF58-87BA-DF87B77A2280}"/>
              </a:ext>
            </a:extLst>
          </p:cNvPr>
          <p:cNvSpPr txBox="1"/>
          <p:nvPr/>
        </p:nvSpPr>
        <p:spPr>
          <a:xfrm>
            <a:off x="4359333" y="4880989"/>
            <a:ext cx="6182590" cy="369332"/>
          </a:xfrm>
          <a:prstGeom prst="rect">
            <a:avLst/>
          </a:prstGeom>
          <a:noFill/>
        </p:spPr>
        <p:txBody>
          <a:bodyPr wrap="square">
            <a:spAutoFit/>
          </a:bodyPr>
          <a:lstStyle/>
          <a:p>
            <a:r>
              <a:rPr lang="en-US" b="1" dirty="0"/>
              <a:t>Control</a:t>
            </a:r>
          </a:p>
        </p:txBody>
      </p:sp>
      <p:cxnSp>
        <p:nvCxnSpPr>
          <p:cNvPr id="24" name="Straight Arrow Connector 23">
            <a:extLst>
              <a:ext uri="{FF2B5EF4-FFF2-40B4-BE49-F238E27FC236}">
                <a16:creationId xmlns:a16="http://schemas.microsoft.com/office/drawing/2014/main" id="{40B3C343-3DC3-1C43-BFEE-C76121D7BA71}"/>
              </a:ext>
            </a:extLst>
          </p:cNvPr>
          <p:cNvCxnSpPr>
            <a:cxnSpLocks/>
            <a:endCxn id="21" idx="0"/>
          </p:cNvCxnSpPr>
          <p:nvPr/>
        </p:nvCxnSpPr>
        <p:spPr>
          <a:xfrm>
            <a:off x="6100849" y="3695764"/>
            <a:ext cx="1349779" cy="11852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460555EF-F326-F11B-7DAA-277A4CE6FC13}"/>
              </a:ext>
            </a:extLst>
          </p:cNvPr>
          <p:cNvSpPr txBox="1"/>
          <p:nvPr/>
        </p:nvSpPr>
        <p:spPr>
          <a:xfrm>
            <a:off x="6265718" y="4894457"/>
            <a:ext cx="2518446" cy="369332"/>
          </a:xfrm>
          <a:prstGeom prst="rect">
            <a:avLst/>
          </a:prstGeom>
          <a:noFill/>
        </p:spPr>
        <p:txBody>
          <a:bodyPr wrap="none" rtlCol="0">
            <a:spAutoFit/>
          </a:bodyPr>
          <a:lstStyle/>
          <a:p>
            <a:r>
              <a:rPr lang="en-US" b="1" dirty="0"/>
              <a:t>Accounting Requirements</a:t>
            </a:r>
          </a:p>
        </p:txBody>
      </p:sp>
      <p:cxnSp>
        <p:nvCxnSpPr>
          <p:cNvPr id="27" name="Straight Arrow Connector 26">
            <a:extLst>
              <a:ext uri="{FF2B5EF4-FFF2-40B4-BE49-F238E27FC236}">
                <a16:creationId xmlns:a16="http://schemas.microsoft.com/office/drawing/2014/main" id="{40BAEEF8-3AA8-4FC5-1BC2-BD5A86190F44}"/>
              </a:ext>
            </a:extLst>
          </p:cNvPr>
          <p:cNvCxnSpPr>
            <a:cxnSpLocks/>
          </p:cNvCxnSpPr>
          <p:nvPr/>
        </p:nvCxnSpPr>
        <p:spPr>
          <a:xfrm>
            <a:off x="6132369" y="3695764"/>
            <a:ext cx="4111086" cy="11852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35BAD25D-C941-6FC3-7F9F-CEB3F48ABB39}"/>
              </a:ext>
            </a:extLst>
          </p:cNvPr>
          <p:cNvSpPr txBox="1"/>
          <p:nvPr/>
        </p:nvSpPr>
        <p:spPr>
          <a:xfrm>
            <a:off x="9262610" y="4894457"/>
            <a:ext cx="1961691" cy="369332"/>
          </a:xfrm>
          <a:prstGeom prst="rect">
            <a:avLst/>
          </a:prstGeom>
          <a:noFill/>
        </p:spPr>
        <p:txBody>
          <a:bodyPr wrap="none" rtlCol="0">
            <a:spAutoFit/>
          </a:bodyPr>
          <a:lstStyle/>
          <a:p>
            <a:r>
              <a:rPr lang="en-US" b="1" dirty="0"/>
              <a:t>Investment Entities</a:t>
            </a:r>
          </a:p>
        </p:txBody>
      </p:sp>
    </p:spTree>
    <p:extLst>
      <p:ext uri="{BB962C8B-B14F-4D97-AF65-F5344CB8AC3E}">
        <p14:creationId xmlns:p14="http://schemas.microsoft.com/office/powerpoint/2010/main" val="9410442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anim calcmode="lin" valueType="num">
                                      <p:cBhvr>
                                        <p:cTn id="8"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1" end="1"/>
                                            </p:txEl>
                                          </p:spTgt>
                                        </p:tgtEl>
                                        <p:attrNameLst>
                                          <p:attrName>style.visibility</p:attrName>
                                        </p:attrNameLst>
                                      </p:cBhvr>
                                      <p:to>
                                        <p:strVal val="visible"/>
                                      </p:to>
                                    </p:set>
                                    <p:animEffect transition="in" filter="fade">
                                      <p:cBhvr>
                                        <p:cTn id="14" dur="1000"/>
                                        <p:tgtEl>
                                          <p:spTgt spid="2">
                                            <p:txEl>
                                              <p:pRg st="1" end="1"/>
                                            </p:txEl>
                                          </p:spTgt>
                                        </p:tgtEl>
                                      </p:cBhvr>
                                    </p:animEffect>
                                    <p:anim calcmode="lin" valueType="num">
                                      <p:cBhvr>
                                        <p:cTn id="15"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3"/>
                                        </p:tgtEl>
                                        <p:attrNameLst>
                                          <p:attrName>style.visibility</p:attrName>
                                        </p:attrNameLst>
                                      </p:cBhvr>
                                      <p:to>
                                        <p:strVal val="visible"/>
                                      </p:to>
                                    </p:set>
                                    <p:anim calcmode="lin" valueType="num">
                                      <p:cBhvr additive="base">
                                        <p:cTn id="21" dur="500" fill="hold"/>
                                        <p:tgtEl>
                                          <p:spTgt spid="3"/>
                                        </p:tgtEl>
                                        <p:attrNameLst>
                                          <p:attrName>ppt_x</p:attrName>
                                        </p:attrNameLst>
                                      </p:cBhvr>
                                      <p:tavLst>
                                        <p:tav tm="0">
                                          <p:val>
                                            <p:strVal val="#ppt_x"/>
                                          </p:val>
                                        </p:tav>
                                        <p:tav tm="100000">
                                          <p:val>
                                            <p:strVal val="#ppt_x"/>
                                          </p:val>
                                        </p:tav>
                                      </p:tavLst>
                                    </p:anim>
                                    <p:anim calcmode="lin" valueType="num">
                                      <p:cBhvr additive="base">
                                        <p:cTn id="22"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grpId="0" nodeType="clickEffect" nodePh="1">
                                  <p:stCondLst>
                                    <p:cond delay="0"/>
                                  </p:stCondLst>
                                  <p:endCondLst>
                                    <p:cond evt="begin" delay="0">
                                      <p:tn val="25"/>
                                    </p:cond>
                                  </p:endCondLst>
                                  <p:childTnLst>
                                    <p:set>
                                      <p:cBhvr>
                                        <p:cTn id="26" dur="1" fill="hold">
                                          <p:stCondLst>
                                            <p:cond delay="0"/>
                                          </p:stCondLst>
                                        </p:cTn>
                                        <p:tgtEl>
                                          <p:spTgt spid="6">
                                            <p:txEl>
                                              <p:pRg st="0" end="0"/>
                                            </p:txEl>
                                          </p:spTgt>
                                        </p:tgtEl>
                                        <p:attrNameLst>
                                          <p:attrName>style.visibility</p:attrName>
                                        </p:attrNameLst>
                                      </p:cBhvr>
                                      <p:to>
                                        <p:strVal val="visible"/>
                                      </p:to>
                                    </p:set>
                                    <p:animEffect transition="in" filter="fade">
                                      <p:cBhvr>
                                        <p:cTn id="27" dur="1000"/>
                                        <p:tgtEl>
                                          <p:spTgt spid="6">
                                            <p:txEl>
                                              <p:pRg st="0" end="0"/>
                                            </p:txEl>
                                          </p:spTgt>
                                        </p:tgtEl>
                                      </p:cBhvr>
                                    </p:animEffect>
                                    <p:anim calcmode="lin" valueType="num">
                                      <p:cBhvr>
                                        <p:cTn id="28"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29"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grpId="0" nodeType="clickEffect" nodePh="1">
                                  <p:stCondLst>
                                    <p:cond delay="0"/>
                                  </p:stCondLst>
                                  <p:endCondLst>
                                    <p:cond evt="begin" delay="0">
                                      <p:tn val="32"/>
                                    </p:cond>
                                  </p:endCondLst>
                                  <p:childTnLst>
                                    <p:set>
                                      <p:cBhvr>
                                        <p:cTn id="33" dur="1" fill="hold">
                                          <p:stCondLst>
                                            <p:cond delay="0"/>
                                          </p:stCondLst>
                                        </p:cTn>
                                        <p:tgtEl>
                                          <p:spTgt spid="7">
                                            <p:txEl>
                                              <p:pRg st="0" end="0"/>
                                            </p:txEl>
                                          </p:spTgt>
                                        </p:tgtEl>
                                        <p:attrNameLst>
                                          <p:attrName>style.visibility</p:attrName>
                                        </p:attrNameLst>
                                      </p:cBhvr>
                                      <p:to>
                                        <p:strVal val="visible"/>
                                      </p:to>
                                    </p:set>
                                    <p:animEffect transition="in" filter="fade">
                                      <p:cBhvr>
                                        <p:cTn id="34" dur="1000"/>
                                        <p:tgtEl>
                                          <p:spTgt spid="7">
                                            <p:txEl>
                                              <p:pRg st="0" end="0"/>
                                            </p:txEl>
                                          </p:spTgt>
                                        </p:tgtEl>
                                      </p:cBhvr>
                                    </p:animEffect>
                                    <p:anim calcmode="lin" valueType="num">
                                      <p:cBhvr>
                                        <p:cTn id="3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3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8"/>
                                        </p:tgtEl>
                                        <p:attrNameLst>
                                          <p:attrName>style.visibility</p:attrName>
                                        </p:attrNameLst>
                                      </p:cBhvr>
                                      <p:to>
                                        <p:strVal val="visible"/>
                                      </p:to>
                                    </p:set>
                                    <p:anim calcmode="lin" valueType="num">
                                      <p:cBhvr additive="base">
                                        <p:cTn id="41" dur="500" fill="hold"/>
                                        <p:tgtEl>
                                          <p:spTgt spid="8"/>
                                        </p:tgtEl>
                                        <p:attrNameLst>
                                          <p:attrName>ppt_x</p:attrName>
                                        </p:attrNameLst>
                                      </p:cBhvr>
                                      <p:tavLst>
                                        <p:tav tm="0">
                                          <p:val>
                                            <p:strVal val="#ppt_x"/>
                                          </p:val>
                                        </p:tav>
                                        <p:tav tm="100000">
                                          <p:val>
                                            <p:strVal val="#ppt_x"/>
                                          </p:val>
                                        </p:tav>
                                      </p:tavLst>
                                    </p:anim>
                                    <p:anim calcmode="lin" valueType="num">
                                      <p:cBhvr additive="base">
                                        <p:cTn id="42"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9"/>
                                        </p:tgtEl>
                                        <p:attrNameLst>
                                          <p:attrName>style.visibility</p:attrName>
                                        </p:attrNameLst>
                                      </p:cBhvr>
                                      <p:to>
                                        <p:strVal val="visible"/>
                                      </p:to>
                                    </p:set>
                                    <p:anim calcmode="lin" valueType="num">
                                      <p:cBhvr additive="base">
                                        <p:cTn id="47" dur="500" fill="hold"/>
                                        <p:tgtEl>
                                          <p:spTgt spid="9"/>
                                        </p:tgtEl>
                                        <p:attrNameLst>
                                          <p:attrName>ppt_x</p:attrName>
                                        </p:attrNameLst>
                                      </p:cBhvr>
                                      <p:tavLst>
                                        <p:tav tm="0">
                                          <p:val>
                                            <p:strVal val="#ppt_x"/>
                                          </p:val>
                                        </p:tav>
                                        <p:tav tm="100000">
                                          <p:val>
                                            <p:strVal val="#ppt_x"/>
                                          </p:val>
                                        </p:tav>
                                      </p:tavLst>
                                    </p:anim>
                                    <p:anim calcmode="lin" valueType="num">
                                      <p:cBhvr additive="base">
                                        <p:cTn id="4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grpId="0" nodeType="clickEffect">
                                  <p:stCondLst>
                                    <p:cond delay="0"/>
                                  </p:stCondLst>
                                  <p:childTnLst>
                                    <p:set>
                                      <p:cBhvr>
                                        <p:cTn id="52" dur="1" fill="hold">
                                          <p:stCondLst>
                                            <p:cond delay="0"/>
                                          </p:stCondLst>
                                        </p:cTn>
                                        <p:tgtEl>
                                          <p:spTgt spid="10"/>
                                        </p:tgtEl>
                                        <p:attrNameLst>
                                          <p:attrName>style.visibility</p:attrName>
                                        </p:attrNameLst>
                                      </p:cBhvr>
                                      <p:to>
                                        <p:strVal val="visible"/>
                                      </p:to>
                                    </p:set>
                                    <p:anim calcmode="lin" valueType="num">
                                      <p:cBhvr additive="base">
                                        <p:cTn id="53" dur="500" fill="hold"/>
                                        <p:tgtEl>
                                          <p:spTgt spid="10"/>
                                        </p:tgtEl>
                                        <p:attrNameLst>
                                          <p:attrName>ppt_x</p:attrName>
                                        </p:attrNameLst>
                                      </p:cBhvr>
                                      <p:tavLst>
                                        <p:tav tm="0">
                                          <p:val>
                                            <p:strVal val="#ppt_x"/>
                                          </p:val>
                                        </p:tav>
                                        <p:tav tm="100000">
                                          <p:val>
                                            <p:strVal val="#ppt_x"/>
                                          </p:val>
                                        </p:tav>
                                      </p:tavLst>
                                    </p:anim>
                                    <p:anim calcmode="lin" valueType="num">
                                      <p:cBhvr additive="base">
                                        <p:cTn id="5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2" presetClass="entr" presetSubtype="4" fill="hold" grpId="0" nodeType="clickEffect">
                                  <p:stCondLst>
                                    <p:cond delay="0"/>
                                  </p:stCondLst>
                                  <p:childTnLst>
                                    <p:set>
                                      <p:cBhvr>
                                        <p:cTn id="58" dur="1" fill="hold">
                                          <p:stCondLst>
                                            <p:cond delay="0"/>
                                          </p:stCondLst>
                                        </p:cTn>
                                        <p:tgtEl>
                                          <p:spTgt spid="11"/>
                                        </p:tgtEl>
                                        <p:attrNameLst>
                                          <p:attrName>style.visibility</p:attrName>
                                        </p:attrNameLst>
                                      </p:cBhvr>
                                      <p:to>
                                        <p:strVal val="visible"/>
                                      </p:to>
                                    </p:set>
                                    <p:anim calcmode="lin" valueType="num">
                                      <p:cBhvr additive="base">
                                        <p:cTn id="59" dur="500" fill="hold"/>
                                        <p:tgtEl>
                                          <p:spTgt spid="11"/>
                                        </p:tgtEl>
                                        <p:attrNameLst>
                                          <p:attrName>ppt_x</p:attrName>
                                        </p:attrNameLst>
                                      </p:cBhvr>
                                      <p:tavLst>
                                        <p:tav tm="0">
                                          <p:val>
                                            <p:strVal val="#ppt_x"/>
                                          </p:val>
                                        </p:tav>
                                        <p:tav tm="100000">
                                          <p:val>
                                            <p:strVal val="#ppt_x"/>
                                          </p:val>
                                        </p:tav>
                                      </p:tavLst>
                                    </p:anim>
                                    <p:anim calcmode="lin" valueType="num">
                                      <p:cBhvr additive="base">
                                        <p:cTn id="60"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2" presetClass="entr" presetSubtype="4" fill="hold" nodeType="clickEffect">
                                  <p:stCondLst>
                                    <p:cond delay="0"/>
                                  </p:stCondLst>
                                  <p:childTnLst>
                                    <p:set>
                                      <p:cBhvr>
                                        <p:cTn id="64" dur="1" fill="hold">
                                          <p:stCondLst>
                                            <p:cond delay="0"/>
                                          </p:stCondLst>
                                        </p:cTn>
                                        <p:tgtEl>
                                          <p:spTgt spid="3074"/>
                                        </p:tgtEl>
                                        <p:attrNameLst>
                                          <p:attrName>style.visibility</p:attrName>
                                        </p:attrNameLst>
                                      </p:cBhvr>
                                      <p:to>
                                        <p:strVal val="visible"/>
                                      </p:to>
                                    </p:set>
                                    <p:anim calcmode="lin" valueType="num">
                                      <p:cBhvr additive="base">
                                        <p:cTn id="65" dur="500" fill="hold"/>
                                        <p:tgtEl>
                                          <p:spTgt spid="3074"/>
                                        </p:tgtEl>
                                        <p:attrNameLst>
                                          <p:attrName>ppt_x</p:attrName>
                                        </p:attrNameLst>
                                      </p:cBhvr>
                                      <p:tavLst>
                                        <p:tav tm="0">
                                          <p:val>
                                            <p:strVal val="#ppt_x"/>
                                          </p:val>
                                        </p:tav>
                                        <p:tav tm="100000">
                                          <p:val>
                                            <p:strVal val="#ppt_x"/>
                                          </p:val>
                                        </p:tav>
                                      </p:tavLst>
                                    </p:anim>
                                    <p:anim calcmode="lin" valueType="num">
                                      <p:cBhvr additive="base">
                                        <p:cTn id="66" dur="500" fill="hold"/>
                                        <p:tgtEl>
                                          <p:spTgt spid="3074"/>
                                        </p:tgtEl>
                                        <p:attrNameLst>
                                          <p:attrName>ppt_y</p:attrName>
                                        </p:attrNameLst>
                                      </p:cBhvr>
                                      <p:tavLst>
                                        <p:tav tm="0">
                                          <p:val>
                                            <p:strVal val="1+#ppt_h/2"/>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16" presetClass="entr" presetSubtype="21" fill="hold" grpId="0" nodeType="clickEffect">
                                  <p:stCondLst>
                                    <p:cond delay="0"/>
                                  </p:stCondLst>
                                  <p:childTnLst>
                                    <p:set>
                                      <p:cBhvr>
                                        <p:cTn id="70" dur="1" fill="hold">
                                          <p:stCondLst>
                                            <p:cond delay="0"/>
                                          </p:stCondLst>
                                        </p:cTn>
                                        <p:tgtEl>
                                          <p:spTgt spid="12"/>
                                        </p:tgtEl>
                                        <p:attrNameLst>
                                          <p:attrName>style.visibility</p:attrName>
                                        </p:attrNameLst>
                                      </p:cBhvr>
                                      <p:to>
                                        <p:strVal val="visible"/>
                                      </p:to>
                                    </p:set>
                                    <p:animEffect transition="in" filter="barn(inVertical)">
                                      <p:cBhvr>
                                        <p:cTn id="71" dur="500"/>
                                        <p:tgtEl>
                                          <p:spTgt spid="12"/>
                                        </p:tgtEl>
                                      </p:cBhvr>
                                    </p:animEffect>
                                  </p:childTnLst>
                                </p:cTn>
                              </p:par>
                            </p:childTnLst>
                          </p:cTn>
                        </p:par>
                      </p:childTnLst>
                    </p:cTn>
                  </p:par>
                  <p:par>
                    <p:cTn id="72" fill="hold">
                      <p:stCondLst>
                        <p:cond delay="indefinite"/>
                      </p:stCondLst>
                      <p:childTnLst>
                        <p:par>
                          <p:cTn id="73" fill="hold">
                            <p:stCondLst>
                              <p:cond delay="0"/>
                            </p:stCondLst>
                            <p:childTnLst>
                              <p:par>
                                <p:cTn id="74" presetID="42" presetClass="entr" presetSubtype="0" fill="hold" nodeType="clickEffect">
                                  <p:stCondLst>
                                    <p:cond delay="0"/>
                                  </p:stCondLst>
                                  <p:childTnLst>
                                    <p:set>
                                      <p:cBhvr>
                                        <p:cTn id="75" dur="1" fill="hold">
                                          <p:stCondLst>
                                            <p:cond delay="0"/>
                                          </p:stCondLst>
                                        </p:cTn>
                                        <p:tgtEl>
                                          <p:spTgt spid="14"/>
                                        </p:tgtEl>
                                        <p:attrNameLst>
                                          <p:attrName>style.visibility</p:attrName>
                                        </p:attrNameLst>
                                      </p:cBhvr>
                                      <p:to>
                                        <p:strVal val="visible"/>
                                      </p:to>
                                    </p:set>
                                    <p:animEffect transition="in" filter="fade">
                                      <p:cBhvr>
                                        <p:cTn id="76" dur="1000"/>
                                        <p:tgtEl>
                                          <p:spTgt spid="14"/>
                                        </p:tgtEl>
                                      </p:cBhvr>
                                    </p:animEffect>
                                    <p:anim calcmode="lin" valueType="num">
                                      <p:cBhvr>
                                        <p:cTn id="77" dur="1000" fill="hold"/>
                                        <p:tgtEl>
                                          <p:spTgt spid="14"/>
                                        </p:tgtEl>
                                        <p:attrNameLst>
                                          <p:attrName>ppt_x</p:attrName>
                                        </p:attrNameLst>
                                      </p:cBhvr>
                                      <p:tavLst>
                                        <p:tav tm="0">
                                          <p:val>
                                            <p:strVal val="#ppt_x"/>
                                          </p:val>
                                        </p:tav>
                                        <p:tav tm="100000">
                                          <p:val>
                                            <p:strVal val="#ppt_x"/>
                                          </p:val>
                                        </p:tav>
                                      </p:tavLst>
                                    </p:anim>
                                    <p:anim calcmode="lin" valueType="num">
                                      <p:cBhvr>
                                        <p:cTn id="78"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79" fill="hold">
                      <p:stCondLst>
                        <p:cond delay="indefinite"/>
                      </p:stCondLst>
                      <p:childTnLst>
                        <p:par>
                          <p:cTn id="80" fill="hold">
                            <p:stCondLst>
                              <p:cond delay="0"/>
                            </p:stCondLst>
                            <p:childTnLst>
                              <p:par>
                                <p:cTn id="81" presetID="42" presetClass="entr" presetSubtype="0" fill="hold" nodeType="clickEffect">
                                  <p:stCondLst>
                                    <p:cond delay="0"/>
                                  </p:stCondLst>
                                  <p:childTnLst>
                                    <p:set>
                                      <p:cBhvr>
                                        <p:cTn id="82" dur="1" fill="hold">
                                          <p:stCondLst>
                                            <p:cond delay="0"/>
                                          </p:stCondLst>
                                        </p:cTn>
                                        <p:tgtEl>
                                          <p:spTgt spid="16"/>
                                        </p:tgtEl>
                                        <p:attrNameLst>
                                          <p:attrName>style.visibility</p:attrName>
                                        </p:attrNameLst>
                                      </p:cBhvr>
                                      <p:to>
                                        <p:strVal val="visible"/>
                                      </p:to>
                                    </p:set>
                                    <p:animEffect transition="in" filter="fade">
                                      <p:cBhvr>
                                        <p:cTn id="83" dur="1000"/>
                                        <p:tgtEl>
                                          <p:spTgt spid="16"/>
                                        </p:tgtEl>
                                      </p:cBhvr>
                                    </p:animEffect>
                                    <p:anim calcmode="lin" valueType="num">
                                      <p:cBhvr>
                                        <p:cTn id="84" dur="1000" fill="hold"/>
                                        <p:tgtEl>
                                          <p:spTgt spid="16"/>
                                        </p:tgtEl>
                                        <p:attrNameLst>
                                          <p:attrName>ppt_x</p:attrName>
                                        </p:attrNameLst>
                                      </p:cBhvr>
                                      <p:tavLst>
                                        <p:tav tm="0">
                                          <p:val>
                                            <p:strVal val="#ppt_x"/>
                                          </p:val>
                                        </p:tav>
                                        <p:tav tm="100000">
                                          <p:val>
                                            <p:strVal val="#ppt_x"/>
                                          </p:val>
                                        </p:tav>
                                      </p:tavLst>
                                    </p:anim>
                                    <p:anim calcmode="lin" valueType="num">
                                      <p:cBhvr>
                                        <p:cTn id="85"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86" fill="hold">
                      <p:stCondLst>
                        <p:cond delay="indefinite"/>
                      </p:stCondLst>
                      <p:childTnLst>
                        <p:par>
                          <p:cTn id="87" fill="hold">
                            <p:stCondLst>
                              <p:cond delay="0"/>
                            </p:stCondLst>
                            <p:childTnLst>
                              <p:par>
                                <p:cTn id="88" presetID="42" presetClass="entr" presetSubtype="0" fill="hold" nodeType="clickEffect">
                                  <p:stCondLst>
                                    <p:cond delay="0"/>
                                  </p:stCondLst>
                                  <p:childTnLst>
                                    <p:set>
                                      <p:cBhvr>
                                        <p:cTn id="89" dur="1" fill="hold">
                                          <p:stCondLst>
                                            <p:cond delay="0"/>
                                          </p:stCondLst>
                                        </p:cTn>
                                        <p:tgtEl>
                                          <p:spTgt spid="24"/>
                                        </p:tgtEl>
                                        <p:attrNameLst>
                                          <p:attrName>style.visibility</p:attrName>
                                        </p:attrNameLst>
                                      </p:cBhvr>
                                      <p:to>
                                        <p:strVal val="visible"/>
                                      </p:to>
                                    </p:set>
                                    <p:animEffect transition="in" filter="fade">
                                      <p:cBhvr>
                                        <p:cTn id="90" dur="1000"/>
                                        <p:tgtEl>
                                          <p:spTgt spid="24"/>
                                        </p:tgtEl>
                                      </p:cBhvr>
                                    </p:animEffect>
                                    <p:anim calcmode="lin" valueType="num">
                                      <p:cBhvr>
                                        <p:cTn id="91" dur="1000" fill="hold"/>
                                        <p:tgtEl>
                                          <p:spTgt spid="24"/>
                                        </p:tgtEl>
                                        <p:attrNameLst>
                                          <p:attrName>ppt_x</p:attrName>
                                        </p:attrNameLst>
                                      </p:cBhvr>
                                      <p:tavLst>
                                        <p:tav tm="0">
                                          <p:val>
                                            <p:strVal val="#ppt_x"/>
                                          </p:val>
                                        </p:tav>
                                        <p:tav tm="100000">
                                          <p:val>
                                            <p:strVal val="#ppt_x"/>
                                          </p:val>
                                        </p:tav>
                                      </p:tavLst>
                                    </p:anim>
                                    <p:anim calcmode="lin" valueType="num">
                                      <p:cBhvr>
                                        <p:cTn id="92"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2" presetClass="entr" presetSubtype="4" fill="hold" nodeType="clickEffect">
                                  <p:stCondLst>
                                    <p:cond delay="0"/>
                                  </p:stCondLst>
                                  <p:childTnLst>
                                    <p:set>
                                      <p:cBhvr>
                                        <p:cTn id="96" dur="1" fill="hold">
                                          <p:stCondLst>
                                            <p:cond delay="0"/>
                                          </p:stCondLst>
                                        </p:cTn>
                                        <p:tgtEl>
                                          <p:spTgt spid="27"/>
                                        </p:tgtEl>
                                        <p:attrNameLst>
                                          <p:attrName>style.visibility</p:attrName>
                                        </p:attrNameLst>
                                      </p:cBhvr>
                                      <p:to>
                                        <p:strVal val="visible"/>
                                      </p:to>
                                    </p:set>
                                    <p:anim calcmode="lin" valueType="num">
                                      <p:cBhvr additive="base">
                                        <p:cTn id="97" dur="500" fill="hold"/>
                                        <p:tgtEl>
                                          <p:spTgt spid="27"/>
                                        </p:tgtEl>
                                        <p:attrNameLst>
                                          <p:attrName>ppt_x</p:attrName>
                                        </p:attrNameLst>
                                      </p:cBhvr>
                                      <p:tavLst>
                                        <p:tav tm="0">
                                          <p:val>
                                            <p:strVal val="#ppt_x"/>
                                          </p:val>
                                        </p:tav>
                                        <p:tav tm="100000">
                                          <p:val>
                                            <p:strVal val="#ppt_x"/>
                                          </p:val>
                                        </p:tav>
                                      </p:tavLst>
                                    </p:anim>
                                    <p:anim calcmode="lin" valueType="num">
                                      <p:cBhvr additive="base">
                                        <p:cTn id="98" dur="500" fill="hold"/>
                                        <p:tgtEl>
                                          <p:spTgt spid="27"/>
                                        </p:tgtEl>
                                        <p:attrNameLst>
                                          <p:attrName>ppt_y</p:attrName>
                                        </p:attrNameLst>
                                      </p:cBhvr>
                                      <p:tavLst>
                                        <p:tav tm="0">
                                          <p:val>
                                            <p:strVal val="1+#ppt_h/2"/>
                                          </p:val>
                                        </p:tav>
                                        <p:tav tm="100000">
                                          <p:val>
                                            <p:strVal val="#ppt_y"/>
                                          </p:val>
                                        </p:tav>
                                      </p:tavLst>
                                    </p:anim>
                                  </p:childTnLst>
                                </p:cTn>
                              </p:par>
                            </p:childTnLst>
                          </p:cTn>
                        </p:par>
                      </p:childTnLst>
                    </p:cTn>
                  </p:par>
                  <p:par>
                    <p:cTn id="99" fill="hold">
                      <p:stCondLst>
                        <p:cond delay="indefinite"/>
                      </p:stCondLst>
                      <p:childTnLst>
                        <p:par>
                          <p:cTn id="100" fill="hold">
                            <p:stCondLst>
                              <p:cond delay="0"/>
                            </p:stCondLst>
                            <p:childTnLst>
                              <p:par>
                                <p:cTn id="101" presetID="42" presetClass="entr" presetSubtype="0" fill="hold" grpId="0" nodeType="clickEffect">
                                  <p:stCondLst>
                                    <p:cond delay="0"/>
                                  </p:stCondLst>
                                  <p:childTnLst>
                                    <p:set>
                                      <p:cBhvr>
                                        <p:cTn id="102" dur="1" fill="hold">
                                          <p:stCondLst>
                                            <p:cond delay="0"/>
                                          </p:stCondLst>
                                        </p:cTn>
                                        <p:tgtEl>
                                          <p:spTgt spid="15"/>
                                        </p:tgtEl>
                                        <p:attrNameLst>
                                          <p:attrName>style.visibility</p:attrName>
                                        </p:attrNameLst>
                                      </p:cBhvr>
                                      <p:to>
                                        <p:strVal val="visible"/>
                                      </p:to>
                                    </p:set>
                                    <p:animEffect transition="in" filter="fade">
                                      <p:cBhvr>
                                        <p:cTn id="103" dur="1000"/>
                                        <p:tgtEl>
                                          <p:spTgt spid="15"/>
                                        </p:tgtEl>
                                      </p:cBhvr>
                                    </p:animEffect>
                                    <p:anim calcmode="lin" valueType="num">
                                      <p:cBhvr>
                                        <p:cTn id="104" dur="1000" fill="hold"/>
                                        <p:tgtEl>
                                          <p:spTgt spid="15"/>
                                        </p:tgtEl>
                                        <p:attrNameLst>
                                          <p:attrName>ppt_x</p:attrName>
                                        </p:attrNameLst>
                                      </p:cBhvr>
                                      <p:tavLst>
                                        <p:tav tm="0">
                                          <p:val>
                                            <p:strVal val="#ppt_x"/>
                                          </p:val>
                                        </p:tav>
                                        <p:tav tm="100000">
                                          <p:val>
                                            <p:strVal val="#ppt_x"/>
                                          </p:val>
                                        </p:tav>
                                      </p:tavLst>
                                    </p:anim>
                                    <p:anim calcmode="lin" valueType="num">
                                      <p:cBhvr>
                                        <p:cTn id="105"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106" fill="hold">
                      <p:stCondLst>
                        <p:cond delay="indefinite"/>
                      </p:stCondLst>
                      <p:childTnLst>
                        <p:par>
                          <p:cTn id="107" fill="hold">
                            <p:stCondLst>
                              <p:cond delay="0"/>
                            </p:stCondLst>
                            <p:childTnLst>
                              <p:par>
                                <p:cTn id="108" presetID="42" presetClass="entr" presetSubtype="0" fill="hold" grpId="0" nodeType="clickEffect">
                                  <p:stCondLst>
                                    <p:cond delay="0"/>
                                  </p:stCondLst>
                                  <p:childTnLst>
                                    <p:set>
                                      <p:cBhvr>
                                        <p:cTn id="109" dur="1" fill="hold">
                                          <p:stCondLst>
                                            <p:cond delay="0"/>
                                          </p:stCondLst>
                                        </p:cTn>
                                        <p:tgtEl>
                                          <p:spTgt spid="21"/>
                                        </p:tgtEl>
                                        <p:attrNameLst>
                                          <p:attrName>style.visibility</p:attrName>
                                        </p:attrNameLst>
                                      </p:cBhvr>
                                      <p:to>
                                        <p:strVal val="visible"/>
                                      </p:to>
                                    </p:set>
                                    <p:animEffect transition="in" filter="fade">
                                      <p:cBhvr>
                                        <p:cTn id="110" dur="1000"/>
                                        <p:tgtEl>
                                          <p:spTgt spid="21"/>
                                        </p:tgtEl>
                                      </p:cBhvr>
                                    </p:animEffect>
                                    <p:anim calcmode="lin" valueType="num">
                                      <p:cBhvr>
                                        <p:cTn id="111" dur="1000" fill="hold"/>
                                        <p:tgtEl>
                                          <p:spTgt spid="21"/>
                                        </p:tgtEl>
                                        <p:attrNameLst>
                                          <p:attrName>ppt_x</p:attrName>
                                        </p:attrNameLst>
                                      </p:cBhvr>
                                      <p:tavLst>
                                        <p:tav tm="0">
                                          <p:val>
                                            <p:strVal val="#ppt_x"/>
                                          </p:val>
                                        </p:tav>
                                        <p:tav tm="100000">
                                          <p:val>
                                            <p:strVal val="#ppt_x"/>
                                          </p:val>
                                        </p:tav>
                                      </p:tavLst>
                                    </p:anim>
                                    <p:anim calcmode="lin" valueType="num">
                                      <p:cBhvr>
                                        <p:cTn id="112" dur="1000" fill="hold"/>
                                        <p:tgtEl>
                                          <p:spTgt spid="21"/>
                                        </p:tgtEl>
                                        <p:attrNameLst>
                                          <p:attrName>ppt_y</p:attrName>
                                        </p:attrNameLst>
                                      </p:cBhvr>
                                      <p:tavLst>
                                        <p:tav tm="0">
                                          <p:val>
                                            <p:strVal val="#ppt_y+.1"/>
                                          </p:val>
                                        </p:tav>
                                        <p:tav tm="100000">
                                          <p:val>
                                            <p:strVal val="#ppt_y"/>
                                          </p:val>
                                        </p:tav>
                                      </p:tavLst>
                                    </p:anim>
                                  </p:childTnLst>
                                </p:cTn>
                              </p:par>
                            </p:childTnLst>
                          </p:cTn>
                        </p:par>
                      </p:childTnLst>
                    </p:cTn>
                  </p:par>
                  <p:par>
                    <p:cTn id="113" fill="hold">
                      <p:stCondLst>
                        <p:cond delay="indefinite"/>
                      </p:stCondLst>
                      <p:childTnLst>
                        <p:par>
                          <p:cTn id="114" fill="hold">
                            <p:stCondLst>
                              <p:cond delay="0"/>
                            </p:stCondLst>
                            <p:childTnLst>
                              <p:par>
                                <p:cTn id="115" presetID="42" presetClass="entr" presetSubtype="0" fill="hold" grpId="0" nodeType="clickEffect">
                                  <p:stCondLst>
                                    <p:cond delay="0"/>
                                  </p:stCondLst>
                                  <p:childTnLst>
                                    <p:set>
                                      <p:cBhvr>
                                        <p:cTn id="116" dur="1" fill="hold">
                                          <p:stCondLst>
                                            <p:cond delay="0"/>
                                          </p:stCondLst>
                                        </p:cTn>
                                        <p:tgtEl>
                                          <p:spTgt spid="26"/>
                                        </p:tgtEl>
                                        <p:attrNameLst>
                                          <p:attrName>style.visibility</p:attrName>
                                        </p:attrNameLst>
                                      </p:cBhvr>
                                      <p:to>
                                        <p:strVal val="visible"/>
                                      </p:to>
                                    </p:set>
                                    <p:animEffect transition="in" filter="fade">
                                      <p:cBhvr>
                                        <p:cTn id="117" dur="1000"/>
                                        <p:tgtEl>
                                          <p:spTgt spid="26"/>
                                        </p:tgtEl>
                                      </p:cBhvr>
                                    </p:animEffect>
                                    <p:anim calcmode="lin" valueType="num">
                                      <p:cBhvr>
                                        <p:cTn id="118" dur="1000" fill="hold"/>
                                        <p:tgtEl>
                                          <p:spTgt spid="26"/>
                                        </p:tgtEl>
                                        <p:attrNameLst>
                                          <p:attrName>ppt_x</p:attrName>
                                        </p:attrNameLst>
                                      </p:cBhvr>
                                      <p:tavLst>
                                        <p:tav tm="0">
                                          <p:val>
                                            <p:strVal val="#ppt_x"/>
                                          </p:val>
                                        </p:tav>
                                        <p:tav tm="100000">
                                          <p:val>
                                            <p:strVal val="#ppt_x"/>
                                          </p:val>
                                        </p:tav>
                                      </p:tavLst>
                                    </p:anim>
                                    <p:anim calcmode="lin" valueType="num">
                                      <p:cBhvr>
                                        <p:cTn id="119" dur="1000" fill="hold"/>
                                        <p:tgtEl>
                                          <p:spTgt spid="26"/>
                                        </p:tgtEl>
                                        <p:attrNameLst>
                                          <p:attrName>ppt_y</p:attrName>
                                        </p:attrNameLst>
                                      </p:cBhvr>
                                      <p:tavLst>
                                        <p:tav tm="0">
                                          <p:val>
                                            <p:strVal val="#ppt_y+.1"/>
                                          </p:val>
                                        </p:tav>
                                        <p:tav tm="100000">
                                          <p:val>
                                            <p:strVal val="#ppt_y"/>
                                          </p:val>
                                        </p:tav>
                                      </p:tavLst>
                                    </p:anim>
                                  </p:childTnLst>
                                </p:cTn>
                              </p:par>
                            </p:childTnLst>
                          </p:cTn>
                        </p:par>
                      </p:childTnLst>
                    </p:cTn>
                  </p:par>
                  <p:par>
                    <p:cTn id="120" fill="hold">
                      <p:stCondLst>
                        <p:cond delay="indefinite"/>
                      </p:stCondLst>
                      <p:childTnLst>
                        <p:par>
                          <p:cTn id="121" fill="hold">
                            <p:stCondLst>
                              <p:cond delay="0"/>
                            </p:stCondLst>
                            <p:childTnLst>
                              <p:par>
                                <p:cTn id="122" presetID="2" presetClass="entr" presetSubtype="4" fill="hold" grpId="0" nodeType="clickEffect">
                                  <p:stCondLst>
                                    <p:cond delay="0"/>
                                  </p:stCondLst>
                                  <p:childTnLst>
                                    <p:set>
                                      <p:cBhvr>
                                        <p:cTn id="123" dur="1" fill="hold">
                                          <p:stCondLst>
                                            <p:cond delay="0"/>
                                          </p:stCondLst>
                                        </p:cTn>
                                        <p:tgtEl>
                                          <p:spTgt spid="29"/>
                                        </p:tgtEl>
                                        <p:attrNameLst>
                                          <p:attrName>style.visibility</p:attrName>
                                        </p:attrNameLst>
                                      </p:cBhvr>
                                      <p:to>
                                        <p:strVal val="visible"/>
                                      </p:to>
                                    </p:set>
                                    <p:anim calcmode="lin" valueType="num">
                                      <p:cBhvr additive="base">
                                        <p:cTn id="124" dur="500" fill="hold"/>
                                        <p:tgtEl>
                                          <p:spTgt spid="29"/>
                                        </p:tgtEl>
                                        <p:attrNameLst>
                                          <p:attrName>ppt_x</p:attrName>
                                        </p:attrNameLst>
                                      </p:cBhvr>
                                      <p:tavLst>
                                        <p:tav tm="0">
                                          <p:val>
                                            <p:strVal val="#ppt_x"/>
                                          </p:val>
                                        </p:tav>
                                        <p:tav tm="100000">
                                          <p:val>
                                            <p:strVal val="#ppt_x"/>
                                          </p:val>
                                        </p:tav>
                                      </p:tavLst>
                                    </p:anim>
                                    <p:anim calcmode="lin" valueType="num">
                                      <p:cBhvr additive="base">
                                        <p:cTn id="125"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6" grpId="0" build="p"/>
      <p:bldP spid="7" grpId="0" build="p"/>
      <p:bldP spid="3" grpId="0" animBg="1"/>
      <p:bldP spid="8" grpId="0" animBg="1"/>
      <p:bldP spid="9" grpId="0" animBg="1"/>
      <p:bldP spid="10" grpId="0" animBg="1"/>
      <p:bldP spid="11" grpId="0" animBg="1"/>
      <p:bldP spid="12" grpId="0"/>
      <p:bldP spid="15" grpId="0"/>
      <p:bldP spid="21" grpId="0"/>
      <p:bldP spid="26" grpId="0"/>
      <p:bldP spid="29"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9160C9-F9F6-2CB0-8DC4-FF69D656B5CE}"/>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AF129897-9171-A704-0BC6-EB03A04CCCAF}"/>
              </a:ext>
            </a:extLst>
          </p:cNvPr>
          <p:cNvSpPr>
            <a:spLocks noGrp="1"/>
          </p:cNvSpPr>
          <p:nvPr>
            <p:ph type="body" sz="quarter" idx="12"/>
          </p:nvPr>
        </p:nvSpPr>
        <p:spPr>
          <a:xfrm>
            <a:off x="553717" y="2396516"/>
            <a:ext cx="9583057" cy="469900"/>
          </a:xfrm>
        </p:spPr>
        <p:txBody>
          <a:bodyPr/>
          <a:lstStyle/>
          <a:p>
            <a:pPr marL="0" indent="0">
              <a:buNone/>
            </a:pPr>
            <a:r>
              <a:rPr lang="en-US" dirty="0"/>
              <a:t>An Investor </a:t>
            </a:r>
            <a:r>
              <a:rPr lang="en-US" b="1" dirty="0">
                <a:solidFill>
                  <a:srgbClr val="C00000"/>
                </a:solidFill>
              </a:rPr>
              <a:t>CONTROLS</a:t>
            </a:r>
            <a:r>
              <a:rPr lang="en-US" dirty="0"/>
              <a:t> an Investee when:</a:t>
            </a:r>
          </a:p>
        </p:txBody>
      </p:sp>
      <p:sp>
        <p:nvSpPr>
          <p:cNvPr id="4" name="Title 3">
            <a:extLst>
              <a:ext uri="{FF2B5EF4-FFF2-40B4-BE49-F238E27FC236}">
                <a16:creationId xmlns:a16="http://schemas.microsoft.com/office/drawing/2014/main" id="{0886327E-BC15-0A85-0E99-292B9BDFAE4C}"/>
              </a:ext>
            </a:extLst>
          </p:cNvPr>
          <p:cNvSpPr>
            <a:spLocks noGrp="1"/>
          </p:cNvSpPr>
          <p:nvPr>
            <p:ph type="title"/>
          </p:nvPr>
        </p:nvSpPr>
        <p:spPr>
          <a:xfrm>
            <a:off x="660400" y="184727"/>
            <a:ext cx="11705771" cy="830997"/>
          </a:xfrm>
        </p:spPr>
        <p:txBody>
          <a:bodyPr/>
          <a:lstStyle/>
          <a:p>
            <a:r>
              <a:rPr lang="en-US" dirty="0"/>
              <a:t>Control</a:t>
            </a:r>
          </a:p>
        </p:txBody>
      </p:sp>
      <p:pic>
        <p:nvPicPr>
          <p:cNvPr id="5" name="Picture 4" descr="eLearning">
            <a:extLst>
              <a:ext uri="{FF2B5EF4-FFF2-40B4-BE49-F238E27FC236}">
                <a16:creationId xmlns:a16="http://schemas.microsoft.com/office/drawing/2014/main" id="{9A08CFF7-3725-A7F4-6AD0-18DA68FF0FF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3717" y="5578997"/>
            <a:ext cx="2096886" cy="1200439"/>
          </a:xfrm>
          <a:prstGeom prst="rect">
            <a:avLst/>
          </a:prstGeom>
          <a:noFill/>
          <a:extLst>
            <a:ext uri="{909E8E84-426E-40DD-AFC4-6F175D3DCCD1}">
              <a14:hiddenFill xmlns:a14="http://schemas.microsoft.com/office/drawing/2010/main">
                <a:solidFill>
                  <a:srgbClr val="FFFFFF"/>
                </a:solidFill>
              </a14:hiddenFill>
            </a:ext>
          </a:extLst>
        </p:spPr>
      </p:pic>
      <p:sp>
        <p:nvSpPr>
          <p:cNvPr id="6" name="Text Placeholder 1">
            <a:extLst>
              <a:ext uri="{FF2B5EF4-FFF2-40B4-BE49-F238E27FC236}">
                <a16:creationId xmlns:a16="http://schemas.microsoft.com/office/drawing/2014/main" id="{8AB6B0AB-47F0-1D13-D007-8BBA28F57B71}"/>
              </a:ext>
            </a:extLst>
          </p:cNvPr>
          <p:cNvSpPr txBox="1">
            <a:spLocks/>
          </p:cNvSpPr>
          <p:nvPr/>
        </p:nvSpPr>
        <p:spPr>
          <a:xfrm>
            <a:off x="660399" y="2592511"/>
            <a:ext cx="9583057" cy="469900"/>
          </a:xfrm>
          <a:prstGeom prst="rect">
            <a:avLst/>
          </a:prstGeom>
        </p:spPr>
        <p:txBody>
          <a:bodyPr/>
          <a:lstStyle>
            <a:lvl1pPr marL="266700" indent="-266700" algn="l" defTabSz="914400" rtl="0" eaLnBrk="1" latinLnBrk="0" hangingPunct="1">
              <a:lnSpc>
                <a:spcPct val="90000"/>
              </a:lnSpc>
              <a:spcBef>
                <a:spcPts val="1000"/>
              </a:spcBef>
              <a:buClr>
                <a:schemeClr val="accent4"/>
              </a:buClr>
              <a:buFont typeface="Wingdings" panose="05000000000000000000" pitchFamily="2" charset="2"/>
              <a:buChar char="§"/>
              <a:defRPr sz="2000" kern="1200">
                <a:solidFill>
                  <a:schemeClr val="tx1">
                    <a:lumMod val="75000"/>
                    <a:lumOff val="25000"/>
                  </a:schemeClr>
                </a:solidFill>
                <a:latin typeface="+mn-lt"/>
                <a:ea typeface="+mn-ea"/>
                <a:cs typeface="+mn-cs"/>
              </a:defRPr>
            </a:lvl1pPr>
            <a:lvl2pPr marL="542925" indent="-276225" algn="l" defTabSz="914400" rtl="0" eaLnBrk="1" latinLnBrk="0" hangingPunct="1">
              <a:lnSpc>
                <a:spcPct val="90000"/>
              </a:lnSpc>
              <a:spcBef>
                <a:spcPts val="500"/>
              </a:spcBef>
              <a:buClr>
                <a:schemeClr val="accent4"/>
              </a:buClr>
              <a:buFont typeface="Wingdings" panose="05000000000000000000" pitchFamily="2" charset="2"/>
              <a:buChar char="§"/>
              <a:defRPr sz="1800" kern="1200">
                <a:solidFill>
                  <a:schemeClr val="tx1">
                    <a:lumMod val="75000"/>
                    <a:lumOff val="25000"/>
                  </a:schemeClr>
                </a:solidFill>
                <a:latin typeface="+mn-lt"/>
                <a:ea typeface="+mn-ea"/>
                <a:cs typeface="+mn-cs"/>
              </a:defRPr>
            </a:lvl2pPr>
            <a:lvl3pPr marL="809625" indent="-266700" algn="l" defTabSz="914400" rtl="0" eaLnBrk="1" latinLnBrk="0" hangingPunct="1">
              <a:lnSpc>
                <a:spcPct val="90000"/>
              </a:lnSpc>
              <a:spcBef>
                <a:spcPts val="500"/>
              </a:spcBef>
              <a:buClr>
                <a:schemeClr val="accent4"/>
              </a:buClr>
              <a:buFont typeface="Wingdings" panose="05000000000000000000" pitchFamily="2" charset="2"/>
              <a:buChar char="§"/>
              <a:defRPr sz="1600" kern="1200">
                <a:solidFill>
                  <a:schemeClr val="tx1">
                    <a:lumMod val="75000"/>
                    <a:lumOff val="25000"/>
                  </a:schemeClr>
                </a:solidFill>
                <a:latin typeface="+mn-lt"/>
                <a:ea typeface="+mn-ea"/>
                <a:cs typeface="+mn-cs"/>
              </a:defRPr>
            </a:lvl3pPr>
            <a:lvl4pPr marL="1076325" indent="-266700" algn="l" defTabSz="914400" rtl="0" eaLnBrk="1" latinLnBrk="0" hangingPunct="1">
              <a:lnSpc>
                <a:spcPct val="90000"/>
              </a:lnSpc>
              <a:spcBef>
                <a:spcPts val="500"/>
              </a:spcBef>
              <a:buClr>
                <a:schemeClr val="accent4"/>
              </a:buClr>
              <a:buFont typeface="Wingdings" panose="05000000000000000000" pitchFamily="2" charset="2"/>
              <a:buChar char="§"/>
              <a:defRPr sz="1600" kern="1200">
                <a:solidFill>
                  <a:schemeClr val="tx1">
                    <a:lumMod val="75000"/>
                    <a:lumOff val="25000"/>
                  </a:schemeClr>
                </a:solidFill>
                <a:latin typeface="+mn-lt"/>
                <a:ea typeface="+mn-ea"/>
                <a:cs typeface="+mn-cs"/>
              </a:defRPr>
            </a:lvl4pPr>
            <a:lvl5pPr marL="1343025" indent="-266700" algn="l" defTabSz="914400" rtl="0" eaLnBrk="1" latinLnBrk="0" hangingPunct="1">
              <a:lnSpc>
                <a:spcPct val="90000"/>
              </a:lnSpc>
              <a:spcBef>
                <a:spcPts val="500"/>
              </a:spcBef>
              <a:buClr>
                <a:schemeClr val="accent4"/>
              </a:buClr>
              <a:buFont typeface="Wingdings" panose="05000000000000000000" pitchFamily="2" charset="2"/>
              <a:buChar char="§"/>
              <a:defRPr sz="16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Wingdings" panose="05000000000000000000" pitchFamily="2" charset="2"/>
              <a:buNone/>
            </a:pPr>
            <a:endParaRPr lang="en-US" dirty="0"/>
          </a:p>
        </p:txBody>
      </p:sp>
      <p:sp>
        <p:nvSpPr>
          <p:cNvPr id="7" name="Text Placeholder 1">
            <a:extLst>
              <a:ext uri="{FF2B5EF4-FFF2-40B4-BE49-F238E27FC236}">
                <a16:creationId xmlns:a16="http://schemas.microsoft.com/office/drawing/2014/main" id="{ACC5CDD4-D419-5EE7-AECA-FB5A1CC11214}"/>
              </a:ext>
            </a:extLst>
          </p:cNvPr>
          <p:cNvSpPr txBox="1">
            <a:spLocks/>
          </p:cNvSpPr>
          <p:nvPr/>
        </p:nvSpPr>
        <p:spPr>
          <a:xfrm>
            <a:off x="660399" y="3140321"/>
            <a:ext cx="9583057" cy="469900"/>
          </a:xfrm>
          <a:prstGeom prst="rect">
            <a:avLst/>
          </a:prstGeom>
        </p:spPr>
        <p:txBody>
          <a:bodyPr/>
          <a:lstStyle>
            <a:lvl1pPr marL="266700" indent="-266700" algn="l" defTabSz="914400" rtl="0" eaLnBrk="1" latinLnBrk="0" hangingPunct="1">
              <a:lnSpc>
                <a:spcPct val="90000"/>
              </a:lnSpc>
              <a:spcBef>
                <a:spcPts val="1000"/>
              </a:spcBef>
              <a:buClr>
                <a:schemeClr val="accent4"/>
              </a:buClr>
              <a:buFont typeface="Wingdings" panose="05000000000000000000" pitchFamily="2" charset="2"/>
              <a:buChar char="§"/>
              <a:defRPr sz="2000" kern="1200">
                <a:solidFill>
                  <a:schemeClr val="tx1">
                    <a:lumMod val="75000"/>
                    <a:lumOff val="25000"/>
                  </a:schemeClr>
                </a:solidFill>
                <a:latin typeface="+mn-lt"/>
                <a:ea typeface="+mn-ea"/>
                <a:cs typeface="+mn-cs"/>
              </a:defRPr>
            </a:lvl1pPr>
            <a:lvl2pPr marL="542925" indent="-276225" algn="l" defTabSz="914400" rtl="0" eaLnBrk="1" latinLnBrk="0" hangingPunct="1">
              <a:lnSpc>
                <a:spcPct val="90000"/>
              </a:lnSpc>
              <a:spcBef>
                <a:spcPts val="500"/>
              </a:spcBef>
              <a:buClr>
                <a:schemeClr val="accent4"/>
              </a:buClr>
              <a:buFont typeface="Wingdings" panose="05000000000000000000" pitchFamily="2" charset="2"/>
              <a:buChar char="§"/>
              <a:defRPr sz="1800" kern="1200">
                <a:solidFill>
                  <a:schemeClr val="tx1">
                    <a:lumMod val="75000"/>
                    <a:lumOff val="25000"/>
                  </a:schemeClr>
                </a:solidFill>
                <a:latin typeface="+mn-lt"/>
                <a:ea typeface="+mn-ea"/>
                <a:cs typeface="+mn-cs"/>
              </a:defRPr>
            </a:lvl2pPr>
            <a:lvl3pPr marL="809625" indent="-266700" algn="l" defTabSz="914400" rtl="0" eaLnBrk="1" latinLnBrk="0" hangingPunct="1">
              <a:lnSpc>
                <a:spcPct val="90000"/>
              </a:lnSpc>
              <a:spcBef>
                <a:spcPts val="500"/>
              </a:spcBef>
              <a:buClr>
                <a:schemeClr val="accent4"/>
              </a:buClr>
              <a:buFont typeface="Wingdings" panose="05000000000000000000" pitchFamily="2" charset="2"/>
              <a:buChar char="§"/>
              <a:defRPr sz="1600" kern="1200">
                <a:solidFill>
                  <a:schemeClr val="tx1">
                    <a:lumMod val="75000"/>
                    <a:lumOff val="25000"/>
                  </a:schemeClr>
                </a:solidFill>
                <a:latin typeface="+mn-lt"/>
                <a:ea typeface="+mn-ea"/>
                <a:cs typeface="+mn-cs"/>
              </a:defRPr>
            </a:lvl3pPr>
            <a:lvl4pPr marL="1076325" indent="-266700" algn="l" defTabSz="914400" rtl="0" eaLnBrk="1" latinLnBrk="0" hangingPunct="1">
              <a:lnSpc>
                <a:spcPct val="90000"/>
              </a:lnSpc>
              <a:spcBef>
                <a:spcPts val="500"/>
              </a:spcBef>
              <a:buClr>
                <a:schemeClr val="accent4"/>
              </a:buClr>
              <a:buFont typeface="Wingdings" panose="05000000000000000000" pitchFamily="2" charset="2"/>
              <a:buChar char="§"/>
              <a:defRPr sz="1600" kern="1200">
                <a:solidFill>
                  <a:schemeClr val="tx1">
                    <a:lumMod val="75000"/>
                    <a:lumOff val="25000"/>
                  </a:schemeClr>
                </a:solidFill>
                <a:latin typeface="+mn-lt"/>
                <a:ea typeface="+mn-ea"/>
                <a:cs typeface="+mn-cs"/>
              </a:defRPr>
            </a:lvl4pPr>
            <a:lvl5pPr marL="1343025" indent="-266700" algn="l" defTabSz="914400" rtl="0" eaLnBrk="1" latinLnBrk="0" hangingPunct="1">
              <a:lnSpc>
                <a:spcPct val="90000"/>
              </a:lnSpc>
              <a:spcBef>
                <a:spcPts val="500"/>
              </a:spcBef>
              <a:buClr>
                <a:schemeClr val="accent4"/>
              </a:buClr>
              <a:buFont typeface="Wingdings" panose="05000000000000000000" pitchFamily="2" charset="2"/>
              <a:buChar char="§"/>
              <a:defRPr sz="16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Wingdings" panose="05000000000000000000" pitchFamily="2" charset="2"/>
              <a:buNone/>
            </a:pPr>
            <a:endParaRPr lang="en-US" dirty="0"/>
          </a:p>
        </p:txBody>
      </p:sp>
      <p:pic>
        <p:nvPicPr>
          <p:cNvPr id="3" name="Picture 2" descr="78,900+ Puppeteer Stock Photos, Pictures &amp; Royalty-Free Images - iStock |  Puppeteer hands, Puppeteer hand, Marionette puppeteer">
            <a:extLst>
              <a:ext uri="{FF2B5EF4-FFF2-40B4-BE49-F238E27FC236}">
                <a16:creationId xmlns:a16="http://schemas.microsoft.com/office/drawing/2014/main" id="{EE9D5C9E-B351-91B1-ADB2-DB597FCFA6D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5645" y="885297"/>
            <a:ext cx="2055668" cy="1289831"/>
          </a:xfrm>
          <a:prstGeom prst="rect">
            <a:avLst/>
          </a:prstGeom>
          <a:noFill/>
          <a:extLst>
            <a:ext uri="{909E8E84-426E-40DD-AFC4-6F175D3DCCD1}">
              <a14:hiddenFill xmlns:a14="http://schemas.microsoft.com/office/drawing/2010/main">
                <a:solidFill>
                  <a:srgbClr val="FFFFFF"/>
                </a:solidFill>
              </a14:hiddenFill>
            </a:ext>
          </a:extLst>
        </p:spPr>
      </p:pic>
      <p:sp>
        <p:nvSpPr>
          <p:cNvPr id="8" name="Text Placeholder 1">
            <a:extLst>
              <a:ext uri="{FF2B5EF4-FFF2-40B4-BE49-F238E27FC236}">
                <a16:creationId xmlns:a16="http://schemas.microsoft.com/office/drawing/2014/main" id="{816DE312-3853-E702-CE21-EC1A843FE588}"/>
              </a:ext>
            </a:extLst>
          </p:cNvPr>
          <p:cNvSpPr txBox="1">
            <a:spLocks/>
          </p:cNvSpPr>
          <p:nvPr/>
        </p:nvSpPr>
        <p:spPr>
          <a:xfrm>
            <a:off x="1121754" y="2823661"/>
            <a:ext cx="9583057" cy="469900"/>
          </a:xfrm>
          <a:prstGeom prst="rect">
            <a:avLst/>
          </a:prstGeom>
        </p:spPr>
        <p:txBody>
          <a:bodyPr/>
          <a:lstStyle>
            <a:lvl1pPr marL="266700" indent="-266700" algn="l" defTabSz="914400" rtl="0" eaLnBrk="1" latinLnBrk="0" hangingPunct="1">
              <a:lnSpc>
                <a:spcPct val="90000"/>
              </a:lnSpc>
              <a:spcBef>
                <a:spcPts val="1000"/>
              </a:spcBef>
              <a:buClr>
                <a:schemeClr val="accent4"/>
              </a:buClr>
              <a:buFont typeface="Wingdings" panose="05000000000000000000" pitchFamily="2" charset="2"/>
              <a:buChar char="§"/>
              <a:defRPr sz="2000" kern="1200">
                <a:solidFill>
                  <a:schemeClr val="tx1">
                    <a:lumMod val="75000"/>
                    <a:lumOff val="25000"/>
                  </a:schemeClr>
                </a:solidFill>
                <a:latin typeface="+mn-lt"/>
                <a:ea typeface="+mn-ea"/>
                <a:cs typeface="+mn-cs"/>
              </a:defRPr>
            </a:lvl1pPr>
            <a:lvl2pPr marL="542925" indent="-276225" algn="l" defTabSz="914400" rtl="0" eaLnBrk="1" latinLnBrk="0" hangingPunct="1">
              <a:lnSpc>
                <a:spcPct val="90000"/>
              </a:lnSpc>
              <a:spcBef>
                <a:spcPts val="500"/>
              </a:spcBef>
              <a:buClr>
                <a:schemeClr val="accent4"/>
              </a:buClr>
              <a:buFont typeface="Wingdings" panose="05000000000000000000" pitchFamily="2" charset="2"/>
              <a:buChar char="§"/>
              <a:defRPr sz="1800" kern="1200">
                <a:solidFill>
                  <a:schemeClr val="tx1">
                    <a:lumMod val="75000"/>
                    <a:lumOff val="25000"/>
                  </a:schemeClr>
                </a:solidFill>
                <a:latin typeface="+mn-lt"/>
                <a:ea typeface="+mn-ea"/>
                <a:cs typeface="+mn-cs"/>
              </a:defRPr>
            </a:lvl2pPr>
            <a:lvl3pPr marL="809625" indent="-266700" algn="l" defTabSz="914400" rtl="0" eaLnBrk="1" latinLnBrk="0" hangingPunct="1">
              <a:lnSpc>
                <a:spcPct val="90000"/>
              </a:lnSpc>
              <a:spcBef>
                <a:spcPts val="500"/>
              </a:spcBef>
              <a:buClr>
                <a:schemeClr val="accent4"/>
              </a:buClr>
              <a:buFont typeface="Wingdings" panose="05000000000000000000" pitchFamily="2" charset="2"/>
              <a:buChar char="§"/>
              <a:defRPr sz="1600" kern="1200">
                <a:solidFill>
                  <a:schemeClr val="tx1">
                    <a:lumMod val="75000"/>
                    <a:lumOff val="25000"/>
                  </a:schemeClr>
                </a:solidFill>
                <a:latin typeface="+mn-lt"/>
                <a:ea typeface="+mn-ea"/>
                <a:cs typeface="+mn-cs"/>
              </a:defRPr>
            </a:lvl3pPr>
            <a:lvl4pPr marL="1076325" indent="-266700" algn="l" defTabSz="914400" rtl="0" eaLnBrk="1" latinLnBrk="0" hangingPunct="1">
              <a:lnSpc>
                <a:spcPct val="90000"/>
              </a:lnSpc>
              <a:spcBef>
                <a:spcPts val="500"/>
              </a:spcBef>
              <a:buClr>
                <a:schemeClr val="accent4"/>
              </a:buClr>
              <a:buFont typeface="Wingdings" panose="05000000000000000000" pitchFamily="2" charset="2"/>
              <a:buChar char="§"/>
              <a:defRPr sz="1600" kern="1200">
                <a:solidFill>
                  <a:schemeClr val="tx1">
                    <a:lumMod val="75000"/>
                    <a:lumOff val="25000"/>
                  </a:schemeClr>
                </a:solidFill>
                <a:latin typeface="+mn-lt"/>
                <a:ea typeface="+mn-ea"/>
                <a:cs typeface="+mn-cs"/>
              </a:defRPr>
            </a:lvl4pPr>
            <a:lvl5pPr marL="1343025" indent="-266700" algn="l" defTabSz="914400" rtl="0" eaLnBrk="1" latinLnBrk="0" hangingPunct="1">
              <a:lnSpc>
                <a:spcPct val="90000"/>
              </a:lnSpc>
              <a:spcBef>
                <a:spcPts val="500"/>
              </a:spcBef>
              <a:buClr>
                <a:schemeClr val="accent4"/>
              </a:buClr>
              <a:buFont typeface="Wingdings" panose="05000000000000000000" pitchFamily="2" charset="2"/>
              <a:buChar char="§"/>
              <a:defRPr sz="16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ü"/>
            </a:pPr>
            <a:r>
              <a:rPr lang="en-US" dirty="0"/>
              <a:t>Is exposed or a </a:t>
            </a:r>
            <a:r>
              <a:rPr lang="en-US" dirty="0">
                <a:solidFill>
                  <a:srgbClr val="C00000"/>
                </a:solidFill>
              </a:rPr>
              <a:t>RIGHT</a:t>
            </a:r>
            <a:r>
              <a:rPr lang="en-US" dirty="0"/>
              <a:t> to Variable Return</a:t>
            </a:r>
          </a:p>
        </p:txBody>
      </p:sp>
      <p:sp>
        <p:nvSpPr>
          <p:cNvPr id="9" name="Text Placeholder 1">
            <a:extLst>
              <a:ext uri="{FF2B5EF4-FFF2-40B4-BE49-F238E27FC236}">
                <a16:creationId xmlns:a16="http://schemas.microsoft.com/office/drawing/2014/main" id="{4D3A7654-9B39-7E6F-1883-F0F92A8BB1D8}"/>
              </a:ext>
            </a:extLst>
          </p:cNvPr>
          <p:cNvSpPr txBox="1">
            <a:spLocks/>
          </p:cNvSpPr>
          <p:nvPr/>
        </p:nvSpPr>
        <p:spPr>
          <a:xfrm>
            <a:off x="1121754" y="3218231"/>
            <a:ext cx="9583057" cy="469900"/>
          </a:xfrm>
          <a:prstGeom prst="rect">
            <a:avLst/>
          </a:prstGeom>
        </p:spPr>
        <p:txBody>
          <a:bodyPr/>
          <a:lstStyle>
            <a:lvl1pPr marL="266700" indent="-266700" algn="l" defTabSz="914400" rtl="0" eaLnBrk="1" latinLnBrk="0" hangingPunct="1">
              <a:lnSpc>
                <a:spcPct val="90000"/>
              </a:lnSpc>
              <a:spcBef>
                <a:spcPts val="1000"/>
              </a:spcBef>
              <a:buClr>
                <a:schemeClr val="accent4"/>
              </a:buClr>
              <a:buFont typeface="Wingdings" panose="05000000000000000000" pitchFamily="2" charset="2"/>
              <a:buChar char="§"/>
              <a:defRPr sz="2000" kern="1200">
                <a:solidFill>
                  <a:schemeClr val="tx1">
                    <a:lumMod val="75000"/>
                    <a:lumOff val="25000"/>
                  </a:schemeClr>
                </a:solidFill>
                <a:latin typeface="+mn-lt"/>
                <a:ea typeface="+mn-ea"/>
                <a:cs typeface="+mn-cs"/>
              </a:defRPr>
            </a:lvl1pPr>
            <a:lvl2pPr marL="542925" indent="-276225" algn="l" defTabSz="914400" rtl="0" eaLnBrk="1" latinLnBrk="0" hangingPunct="1">
              <a:lnSpc>
                <a:spcPct val="90000"/>
              </a:lnSpc>
              <a:spcBef>
                <a:spcPts val="500"/>
              </a:spcBef>
              <a:buClr>
                <a:schemeClr val="accent4"/>
              </a:buClr>
              <a:buFont typeface="Wingdings" panose="05000000000000000000" pitchFamily="2" charset="2"/>
              <a:buChar char="§"/>
              <a:defRPr sz="1800" kern="1200">
                <a:solidFill>
                  <a:schemeClr val="tx1">
                    <a:lumMod val="75000"/>
                    <a:lumOff val="25000"/>
                  </a:schemeClr>
                </a:solidFill>
                <a:latin typeface="+mn-lt"/>
                <a:ea typeface="+mn-ea"/>
                <a:cs typeface="+mn-cs"/>
              </a:defRPr>
            </a:lvl2pPr>
            <a:lvl3pPr marL="809625" indent="-266700" algn="l" defTabSz="914400" rtl="0" eaLnBrk="1" latinLnBrk="0" hangingPunct="1">
              <a:lnSpc>
                <a:spcPct val="90000"/>
              </a:lnSpc>
              <a:spcBef>
                <a:spcPts val="500"/>
              </a:spcBef>
              <a:buClr>
                <a:schemeClr val="accent4"/>
              </a:buClr>
              <a:buFont typeface="Wingdings" panose="05000000000000000000" pitchFamily="2" charset="2"/>
              <a:buChar char="§"/>
              <a:defRPr sz="1600" kern="1200">
                <a:solidFill>
                  <a:schemeClr val="tx1">
                    <a:lumMod val="75000"/>
                    <a:lumOff val="25000"/>
                  </a:schemeClr>
                </a:solidFill>
                <a:latin typeface="+mn-lt"/>
                <a:ea typeface="+mn-ea"/>
                <a:cs typeface="+mn-cs"/>
              </a:defRPr>
            </a:lvl3pPr>
            <a:lvl4pPr marL="1076325" indent="-266700" algn="l" defTabSz="914400" rtl="0" eaLnBrk="1" latinLnBrk="0" hangingPunct="1">
              <a:lnSpc>
                <a:spcPct val="90000"/>
              </a:lnSpc>
              <a:spcBef>
                <a:spcPts val="500"/>
              </a:spcBef>
              <a:buClr>
                <a:schemeClr val="accent4"/>
              </a:buClr>
              <a:buFont typeface="Wingdings" panose="05000000000000000000" pitchFamily="2" charset="2"/>
              <a:buChar char="§"/>
              <a:defRPr sz="1600" kern="1200">
                <a:solidFill>
                  <a:schemeClr val="tx1">
                    <a:lumMod val="75000"/>
                    <a:lumOff val="25000"/>
                  </a:schemeClr>
                </a:solidFill>
                <a:latin typeface="+mn-lt"/>
                <a:ea typeface="+mn-ea"/>
                <a:cs typeface="+mn-cs"/>
              </a:defRPr>
            </a:lvl4pPr>
            <a:lvl5pPr marL="1343025" indent="-266700" algn="l" defTabSz="914400" rtl="0" eaLnBrk="1" latinLnBrk="0" hangingPunct="1">
              <a:lnSpc>
                <a:spcPct val="90000"/>
              </a:lnSpc>
              <a:spcBef>
                <a:spcPts val="500"/>
              </a:spcBef>
              <a:buClr>
                <a:schemeClr val="accent4"/>
              </a:buClr>
              <a:buFont typeface="Wingdings" panose="05000000000000000000" pitchFamily="2" charset="2"/>
              <a:buChar char="§"/>
              <a:defRPr sz="16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ü"/>
            </a:pPr>
            <a:r>
              <a:rPr lang="en-US" dirty="0"/>
              <a:t>Has an </a:t>
            </a:r>
            <a:r>
              <a:rPr lang="en-US" dirty="0">
                <a:solidFill>
                  <a:srgbClr val="C00000"/>
                </a:solidFill>
              </a:rPr>
              <a:t>ABILITY</a:t>
            </a:r>
            <a:r>
              <a:rPr lang="en-US" dirty="0"/>
              <a:t> to affect these Returns</a:t>
            </a:r>
          </a:p>
        </p:txBody>
      </p:sp>
      <p:sp>
        <p:nvSpPr>
          <p:cNvPr id="10" name="Text Placeholder 1">
            <a:extLst>
              <a:ext uri="{FF2B5EF4-FFF2-40B4-BE49-F238E27FC236}">
                <a16:creationId xmlns:a16="http://schemas.microsoft.com/office/drawing/2014/main" id="{4E9653C1-75D4-F2F7-3DA5-99900D982210}"/>
              </a:ext>
            </a:extLst>
          </p:cNvPr>
          <p:cNvSpPr txBox="1">
            <a:spLocks/>
          </p:cNvSpPr>
          <p:nvPr/>
        </p:nvSpPr>
        <p:spPr>
          <a:xfrm>
            <a:off x="1121753" y="3612801"/>
            <a:ext cx="9583057" cy="469900"/>
          </a:xfrm>
          <a:prstGeom prst="rect">
            <a:avLst/>
          </a:prstGeom>
        </p:spPr>
        <p:txBody>
          <a:bodyPr/>
          <a:lstStyle>
            <a:lvl1pPr marL="266700" indent="-266700" algn="l" defTabSz="914400" rtl="0" eaLnBrk="1" latinLnBrk="0" hangingPunct="1">
              <a:lnSpc>
                <a:spcPct val="90000"/>
              </a:lnSpc>
              <a:spcBef>
                <a:spcPts val="1000"/>
              </a:spcBef>
              <a:buClr>
                <a:schemeClr val="accent4"/>
              </a:buClr>
              <a:buFont typeface="Wingdings" panose="05000000000000000000" pitchFamily="2" charset="2"/>
              <a:buChar char="§"/>
              <a:defRPr sz="2000" kern="1200">
                <a:solidFill>
                  <a:schemeClr val="tx1">
                    <a:lumMod val="75000"/>
                    <a:lumOff val="25000"/>
                  </a:schemeClr>
                </a:solidFill>
                <a:latin typeface="+mn-lt"/>
                <a:ea typeface="+mn-ea"/>
                <a:cs typeface="+mn-cs"/>
              </a:defRPr>
            </a:lvl1pPr>
            <a:lvl2pPr marL="542925" indent="-276225" algn="l" defTabSz="914400" rtl="0" eaLnBrk="1" latinLnBrk="0" hangingPunct="1">
              <a:lnSpc>
                <a:spcPct val="90000"/>
              </a:lnSpc>
              <a:spcBef>
                <a:spcPts val="500"/>
              </a:spcBef>
              <a:buClr>
                <a:schemeClr val="accent4"/>
              </a:buClr>
              <a:buFont typeface="Wingdings" panose="05000000000000000000" pitchFamily="2" charset="2"/>
              <a:buChar char="§"/>
              <a:defRPr sz="1800" kern="1200">
                <a:solidFill>
                  <a:schemeClr val="tx1">
                    <a:lumMod val="75000"/>
                    <a:lumOff val="25000"/>
                  </a:schemeClr>
                </a:solidFill>
                <a:latin typeface="+mn-lt"/>
                <a:ea typeface="+mn-ea"/>
                <a:cs typeface="+mn-cs"/>
              </a:defRPr>
            </a:lvl2pPr>
            <a:lvl3pPr marL="809625" indent="-266700" algn="l" defTabSz="914400" rtl="0" eaLnBrk="1" latinLnBrk="0" hangingPunct="1">
              <a:lnSpc>
                <a:spcPct val="90000"/>
              </a:lnSpc>
              <a:spcBef>
                <a:spcPts val="500"/>
              </a:spcBef>
              <a:buClr>
                <a:schemeClr val="accent4"/>
              </a:buClr>
              <a:buFont typeface="Wingdings" panose="05000000000000000000" pitchFamily="2" charset="2"/>
              <a:buChar char="§"/>
              <a:defRPr sz="1600" kern="1200">
                <a:solidFill>
                  <a:schemeClr val="tx1">
                    <a:lumMod val="75000"/>
                    <a:lumOff val="25000"/>
                  </a:schemeClr>
                </a:solidFill>
                <a:latin typeface="+mn-lt"/>
                <a:ea typeface="+mn-ea"/>
                <a:cs typeface="+mn-cs"/>
              </a:defRPr>
            </a:lvl3pPr>
            <a:lvl4pPr marL="1076325" indent="-266700" algn="l" defTabSz="914400" rtl="0" eaLnBrk="1" latinLnBrk="0" hangingPunct="1">
              <a:lnSpc>
                <a:spcPct val="90000"/>
              </a:lnSpc>
              <a:spcBef>
                <a:spcPts val="500"/>
              </a:spcBef>
              <a:buClr>
                <a:schemeClr val="accent4"/>
              </a:buClr>
              <a:buFont typeface="Wingdings" panose="05000000000000000000" pitchFamily="2" charset="2"/>
              <a:buChar char="§"/>
              <a:defRPr sz="1600" kern="1200">
                <a:solidFill>
                  <a:schemeClr val="tx1">
                    <a:lumMod val="75000"/>
                    <a:lumOff val="25000"/>
                  </a:schemeClr>
                </a:solidFill>
                <a:latin typeface="+mn-lt"/>
                <a:ea typeface="+mn-ea"/>
                <a:cs typeface="+mn-cs"/>
              </a:defRPr>
            </a:lvl4pPr>
            <a:lvl5pPr marL="1343025" indent="-266700" algn="l" defTabSz="914400" rtl="0" eaLnBrk="1" latinLnBrk="0" hangingPunct="1">
              <a:lnSpc>
                <a:spcPct val="90000"/>
              </a:lnSpc>
              <a:spcBef>
                <a:spcPts val="500"/>
              </a:spcBef>
              <a:buClr>
                <a:schemeClr val="accent4"/>
              </a:buClr>
              <a:buFont typeface="Wingdings" panose="05000000000000000000" pitchFamily="2" charset="2"/>
              <a:buChar char="§"/>
              <a:defRPr sz="16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ü"/>
            </a:pPr>
            <a:r>
              <a:rPr lang="en-US" dirty="0"/>
              <a:t>Through it’s </a:t>
            </a:r>
            <a:r>
              <a:rPr lang="en-US" b="1" dirty="0">
                <a:solidFill>
                  <a:srgbClr val="C00000"/>
                </a:solidFill>
              </a:rPr>
              <a:t>Power</a:t>
            </a:r>
            <a:endParaRPr lang="en-US" dirty="0">
              <a:solidFill>
                <a:srgbClr val="C00000"/>
              </a:solidFill>
            </a:endParaRPr>
          </a:p>
        </p:txBody>
      </p:sp>
      <p:sp>
        <p:nvSpPr>
          <p:cNvPr id="11" name="Oval 10">
            <a:extLst>
              <a:ext uri="{FF2B5EF4-FFF2-40B4-BE49-F238E27FC236}">
                <a16:creationId xmlns:a16="http://schemas.microsoft.com/office/drawing/2014/main" id="{461F3BD2-CC93-C8DE-6059-A602A749D691}"/>
              </a:ext>
            </a:extLst>
          </p:cNvPr>
          <p:cNvSpPr/>
          <p:nvPr/>
        </p:nvSpPr>
        <p:spPr>
          <a:xfrm>
            <a:off x="2650603" y="3555920"/>
            <a:ext cx="955043" cy="472480"/>
          </a:xfrm>
          <a:prstGeom prst="ellipse">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cxnSp>
        <p:nvCxnSpPr>
          <p:cNvPr id="13" name="Straight Arrow Connector 12">
            <a:extLst>
              <a:ext uri="{FF2B5EF4-FFF2-40B4-BE49-F238E27FC236}">
                <a16:creationId xmlns:a16="http://schemas.microsoft.com/office/drawing/2014/main" id="{F5357703-D8C1-9542-9A9E-2B2191941F5C}"/>
              </a:ext>
            </a:extLst>
          </p:cNvPr>
          <p:cNvCxnSpPr>
            <a:cxnSpLocks/>
            <a:stCxn id="11" idx="6"/>
          </p:cNvCxnSpPr>
          <p:nvPr/>
        </p:nvCxnSpPr>
        <p:spPr>
          <a:xfrm>
            <a:off x="3605646" y="3792160"/>
            <a:ext cx="184628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Text Placeholder 1">
            <a:extLst>
              <a:ext uri="{FF2B5EF4-FFF2-40B4-BE49-F238E27FC236}">
                <a16:creationId xmlns:a16="http://schemas.microsoft.com/office/drawing/2014/main" id="{1BC327D5-272E-EC88-D152-24D0001B654C}"/>
              </a:ext>
            </a:extLst>
          </p:cNvPr>
          <p:cNvSpPr txBox="1">
            <a:spLocks/>
          </p:cNvSpPr>
          <p:nvPr/>
        </p:nvSpPr>
        <p:spPr>
          <a:xfrm>
            <a:off x="5451927" y="3573099"/>
            <a:ext cx="9583057" cy="469900"/>
          </a:xfrm>
          <a:prstGeom prst="rect">
            <a:avLst/>
          </a:prstGeom>
        </p:spPr>
        <p:txBody>
          <a:bodyPr/>
          <a:lstStyle>
            <a:lvl1pPr marL="266700" indent="-266700" algn="l" defTabSz="914400" rtl="0" eaLnBrk="1" latinLnBrk="0" hangingPunct="1">
              <a:lnSpc>
                <a:spcPct val="90000"/>
              </a:lnSpc>
              <a:spcBef>
                <a:spcPts val="1000"/>
              </a:spcBef>
              <a:buClr>
                <a:schemeClr val="accent4"/>
              </a:buClr>
              <a:buFont typeface="Wingdings" panose="05000000000000000000" pitchFamily="2" charset="2"/>
              <a:buChar char="§"/>
              <a:defRPr sz="2000" kern="1200">
                <a:solidFill>
                  <a:schemeClr val="tx1">
                    <a:lumMod val="75000"/>
                    <a:lumOff val="25000"/>
                  </a:schemeClr>
                </a:solidFill>
                <a:latin typeface="+mn-lt"/>
                <a:ea typeface="+mn-ea"/>
                <a:cs typeface="+mn-cs"/>
              </a:defRPr>
            </a:lvl1pPr>
            <a:lvl2pPr marL="542925" indent="-276225" algn="l" defTabSz="914400" rtl="0" eaLnBrk="1" latinLnBrk="0" hangingPunct="1">
              <a:lnSpc>
                <a:spcPct val="90000"/>
              </a:lnSpc>
              <a:spcBef>
                <a:spcPts val="500"/>
              </a:spcBef>
              <a:buClr>
                <a:schemeClr val="accent4"/>
              </a:buClr>
              <a:buFont typeface="Wingdings" panose="05000000000000000000" pitchFamily="2" charset="2"/>
              <a:buChar char="§"/>
              <a:defRPr sz="1800" kern="1200">
                <a:solidFill>
                  <a:schemeClr val="tx1">
                    <a:lumMod val="75000"/>
                    <a:lumOff val="25000"/>
                  </a:schemeClr>
                </a:solidFill>
                <a:latin typeface="+mn-lt"/>
                <a:ea typeface="+mn-ea"/>
                <a:cs typeface="+mn-cs"/>
              </a:defRPr>
            </a:lvl2pPr>
            <a:lvl3pPr marL="809625" indent="-266700" algn="l" defTabSz="914400" rtl="0" eaLnBrk="1" latinLnBrk="0" hangingPunct="1">
              <a:lnSpc>
                <a:spcPct val="90000"/>
              </a:lnSpc>
              <a:spcBef>
                <a:spcPts val="500"/>
              </a:spcBef>
              <a:buClr>
                <a:schemeClr val="accent4"/>
              </a:buClr>
              <a:buFont typeface="Wingdings" panose="05000000000000000000" pitchFamily="2" charset="2"/>
              <a:buChar char="§"/>
              <a:defRPr sz="1600" kern="1200">
                <a:solidFill>
                  <a:schemeClr val="tx1">
                    <a:lumMod val="75000"/>
                    <a:lumOff val="25000"/>
                  </a:schemeClr>
                </a:solidFill>
                <a:latin typeface="+mn-lt"/>
                <a:ea typeface="+mn-ea"/>
                <a:cs typeface="+mn-cs"/>
              </a:defRPr>
            </a:lvl3pPr>
            <a:lvl4pPr marL="1076325" indent="-266700" algn="l" defTabSz="914400" rtl="0" eaLnBrk="1" latinLnBrk="0" hangingPunct="1">
              <a:lnSpc>
                <a:spcPct val="90000"/>
              </a:lnSpc>
              <a:spcBef>
                <a:spcPts val="500"/>
              </a:spcBef>
              <a:buClr>
                <a:schemeClr val="accent4"/>
              </a:buClr>
              <a:buFont typeface="Wingdings" panose="05000000000000000000" pitchFamily="2" charset="2"/>
              <a:buChar char="§"/>
              <a:defRPr sz="1600" kern="1200">
                <a:solidFill>
                  <a:schemeClr val="tx1">
                    <a:lumMod val="75000"/>
                    <a:lumOff val="25000"/>
                  </a:schemeClr>
                </a:solidFill>
                <a:latin typeface="+mn-lt"/>
                <a:ea typeface="+mn-ea"/>
                <a:cs typeface="+mn-cs"/>
              </a:defRPr>
            </a:lvl4pPr>
            <a:lvl5pPr marL="1343025" indent="-266700" algn="l" defTabSz="914400" rtl="0" eaLnBrk="1" latinLnBrk="0" hangingPunct="1">
              <a:lnSpc>
                <a:spcPct val="90000"/>
              </a:lnSpc>
              <a:spcBef>
                <a:spcPts val="500"/>
              </a:spcBef>
              <a:buClr>
                <a:schemeClr val="accent4"/>
              </a:buClr>
              <a:buFont typeface="Wingdings" panose="05000000000000000000" pitchFamily="2" charset="2"/>
              <a:buChar char="§"/>
              <a:defRPr sz="16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dirty="0">
                <a:solidFill>
                  <a:srgbClr val="C00000"/>
                </a:solidFill>
              </a:rPr>
              <a:t>Gives the Ability to affect Relevant activities of the Investee</a:t>
            </a:r>
          </a:p>
        </p:txBody>
      </p:sp>
    </p:spTree>
    <p:extLst>
      <p:ext uri="{BB962C8B-B14F-4D97-AF65-F5344CB8AC3E}">
        <p14:creationId xmlns:p14="http://schemas.microsoft.com/office/powerpoint/2010/main" val="21040142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ppt_x"/>
                                          </p:val>
                                        </p:tav>
                                        <p:tav tm="100000">
                                          <p:val>
                                            <p:strVal val="#ppt_x"/>
                                          </p:val>
                                        </p:tav>
                                      </p:tavLst>
                                    </p:anim>
                                    <p:anim calcmode="lin" valueType="num">
                                      <p:cBhvr additive="base">
                                        <p:cTn id="12"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grpId="0" nodeType="clickEffect">
                                  <p:stCondLst>
                                    <p:cond delay="0"/>
                                  </p:stCondLst>
                                  <p:childTnLst>
                                    <p:set>
                                      <p:cBhvr>
                                        <p:cTn id="16" dur="1" fill="hold">
                                          <p:stCondLst>
                                            <p:cond delay="0"/>
                                          </p:stCondLst>
                                        </p:cTn>
                                        <p:tgtEl>
                                          <p:spTgt spid="2">
                                            <p:txEl>
                                              <p:pRg st="0" end="0"/>
                                            </p:txEl>
                                          </p:spTgt>
                                        </p:tgtEl>
                                        <p:attrNameLst>
                                          <p:attrName>style.visibility</p:attrName>
                                        </p:attrNameLst>
                                      </p:cBhvr>
                                      <p:to>
                                        <p:strVal val="visible"/>
                                      </p:to>
                                    </p:set>
                                    <p:animEffect transition="in" filter="fade">
                                      <p:cBhvr>
                                        <p:cTn id="17" dur="1000"/>
                                        <p:tgtEl>
                                          <p:spTgt spid="2">
                                            <p:txEl>
                                              <p:pRg st="0" end="0"/>
                                            </p:txEl>
                                          </p:spTgt>
                                        </p:tgtEl>
                                      </p:cBhvr>
                                    </p:animEffect>
                                    <p:anim calcmode="lin" valueType="num">
                                      <p:cBhvr>
                                        <p:cTn id="18"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9"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grpId="0" nodeType="clickEffect" nodePh="1">
                                  <p:stCondLst>
                                    <p:cond delay="0"/>
                                  </p:stCondLst>
                                  <p:endCondLst>
                                    <p:cond evt="begin" delay="0">
                                      <p:tn val="22"/>
                                    </p:cond>
                                  </p:endCondLst>
                                  <p:childTnLst>
                                    <p:set>
                                      <p:cBhvr>
                                        <p:cTn id="23" dur="1" fill="hold">
                                          <p:stCondLst>
                                            <p:cond delay="0"/>
                                          </p:stCondLst>
                                        </p:cTn>
                                        <p:tgtEl>
                                          <p:spTgt spid="6">
                                            <p:txEl>
                                              <p:pRg st="0" end="0"/>
                                            </p:txEl>
                                          </p:spTgt>
                                        </p:tgtEl>
                                        <p:attrNameLst>
                                          <p:attrName>style.visibility</p:attrName>
                                        </p:attrNameLst>
                                      </p:cBhvr>
                                      <p:to>
                                        <p:strVal val="visible"/>
                                      </p:to>
                                    </p:set>
                                    <p:animEffect transition="in" filter="fade">
                                      <p:cBhvr>
                                        <p:cTn id="24" dur="1000"/>
                                        <p:tgtEl>
                                          <p:spTgt spid="6">
                                            <p:txEl>
                                              <p:pRg st="0" end="0"/>
                                            </p:txEl>
                                          </p:spTgt>
                                        </p:tgtEl>
                                      </p:cBhvr>
                                    </p:animEffect>
                                    <p:anim calcmode="lin" valueType="num">
                                      <p:cBhvr>
                                        <p:cTn id="25"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26"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nodePh="1">
                                  <p:stCondLst>
                                    <p:cond delay="0"/>
                                  </p:stCondLst>
                                  <p:endCondLst>
                                    <p:cond evt="begin" delay="0">
                                      <p:tn val="29"/>
                                    </p:cond>
                                  </p:endCondLst>
                                  <p:childTnLst>
                                    <p:set>
                                      <p:cBhvr>
                                        <p:cTn id="30" dur="1" fill="hold">
                                          <p:stCondLst>
                                            <p:cond delay="0"/>
                                          </p:stCondLst>
                                        </p:cTn>
                                        <p:tgtEl>
                                          <p:spTgt spid="7">
                                            <p:txEl>
                                              <p:pRg st="0" end="0"/>
                                            </p:txEl>
                                          </p:spTgt>
                                        </p:tgtEl>
                                        <p:attrNameLst>
                                          <p:attrName>style.visibility</p:attrName>
                                        </p:attrNameLst>
                                      </p:cBhvr>
                                      <p:to>
                                        <p:strVal val="visible"/>
                                      </p:to>
                                    </p:set>
                                    <p:animEffect transition="in" filter="fade">
                                      <p:cBhvr>
                                        <p:cTn id="31" dur="1000"/>
                                        <p:tgtEl>
                                          <p:spTgt spid="7">
                                            <p:txEl>
                                              <p:pRg st="0" end="0"/>
                                            </p:txEl>
                                          </p:spTgt>
                                        </p:tgtEl>
                                      </p:cBhvr>
                                    </p:animEffect>
                                    <p:anim calcmode="lin" valueType="num">
                                      <p:cBhvr>
                                        <p:cTn id="32"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33"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grpId="0" nodeType="clickEffect">
                                  <p:stCondLst>
                                    <p:cond delay="0"/>
                                  </p:stCondLst>
                                  <p:childTnLst>
                                    <p:set>
                                      <p:cBhvr>
                                        <p:cTn id="37" dur="1" fill="hold">
                                          <p:stCondLst>
                                            <p:cond delay="0"/>
                                          </p:stCondLst>
                                        </p:cTn>
                                        <p:tgtEl>
                                          <p:spTgt spid="8"/>
                                        </p:tgtEl>
                                        <p:attrNameLst>
                                          <p:attrName>style.visibility</p:attrName>
                                        </p:attrNameLst>
                                      </p:cBhvr>
                                      <p:to>
                                        <p:strVal val="visible"/>
                                      </p:to>
                                    </p:set>
                                    <p:animEffect transition="in" filter="fade">
                                      <p:cBhvr>
                                        <p:cTn id="38" dur="1000"/>
                                        <p:tgtEl>
                                          <p:spTgt spid="8"/>
                                        </p:tgtEl>
                                      </p:cBhvr>
                                    </p:animEffect>
                                    <p:anim calcmode="lin" valueType="num">
                                      <p:cBhvr>
                                        <p:cTn id="39" dur="1000" fill="hold"/>
                                        <p:tgtEl>
                                          <p:spTgt spid="8"/>
                                        </p:tgtEl>
                                        <p:attrNameLst>
                                          <p:attrName>ppt_x</p:attrName>
                                        </p:attrNameLst>
                                      </p:cBhvr>
                                      <p:tavLst>
                                        <p:tav tm="0">
                                          <p:val>
                                            <p:strVal val="#ppt_x"/>
                                          </p:val>
                                        </p:tav>
                                        <p:tav tm="100000">
                                          <p:val>
                                            <p:strVal val="#ppt_x"/>
                                          </p:val>
                                        </p:tav>
                                      </p:tavLst>
                                    </p:anim>
                                    <p:anim calcmode="lin" valueType="num">
                                      <p:cBhvr>
                                        <p:cTn id="40"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42" presetClass="entr" presetSubtype="0" fill="hold" grpId="0" nodeType="clickEffect">
                                  <p:stCondLst>
                                    <p:cond delay="0"/>
                                  </p:stCondLst>
                                  <p:childTnLst>
                                    <p:set>
                                      <p:cBhvr>
                                        <p:cTn id="44" dur="1" fill="hold">
                                          <p:stCondLst>
                                            <p:cond delay="0"/>
                                          </p:stCondLst>
                                        </p:cTn>
                                        <p:tgtEl>
                                          <p:spTgt spid="9"/>
                                        </p:tgtEl>
                                        <p:attrNameLst>
                                          <p:attrName>style.visibility</p:attrName>
                                        </p:attrNameLst>
                                      </p:cBhvr>
                                      <p:to>
                                        <p:strVal val="visible"/>
                                      </p:to>
                                    </p:set>
                                    <p:animEffect transition="in" filter="fade">
                                      <p:cBhvr>
                                        <p:cTn id="45" dur="1000"/>
                                        <p:tgtEl>
                                          <p:spTgt spid="9"/>
                                        </p:tgtEl>
                                      </p:cBhvr>
                                    </p:animEffect>
                                    <p:anim calcmode="lin" valueType="num">
                                      <p:cBhvr>
                                        <p:cTn id="46" dur="1000" fill="hold"/>
                                        <p:tgtEl>
                                          <p:spTgt spid="9"/>
                                        </p:tgtEl>
                                        <p:attrNameLst>
                                          <p:attrName>ppt_x</p:attrName>
                                        </p:attrNameLst>
                                      </p:cBhvr>
                                      <p:tavLst>
                                        <p:tav tm="0">
                                          <p:val>
                                            <p:strVal val="#ppt_x"/>
                                          </p:val>
                                        </p:tav>
                                        <p:tav tm="100000">
                                          <p:val>
                                            <p:strVal val="#ppt_x"/>
                                          </p:val>
                                        </p:tav>
                                      </p:tavLst>
                                    </p:anim>
                                    <p:anim calcmode="lin" valueType="num">
                                      <p:cBhvr>
                                        <p:cTn id="47"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42" presetClass="entr" presetSubtype="0" fill="hold" grpId="0" nodeType="clickEffect">
                                  <p:stCondLst>
                                    <p:cond delay="0"/>
                                  </p:stCondLst>
                                  <p:childTnLst>
                                    <p:set>
                                      <p:cBhvr>
                                        <p:cTn id="51" dur="1" fill="hold">
                                          <p:stCondLst>
                                            <p:cond delay="0"/>
                                          </p:stCondLst>
                                        </p:cTn>
                                        <p:tgtEl>
                                          <p:spTgt spid="10"/>
                                        </p:tgtEl>
                                        <p:attrNameLst>
                                          <p:attrName>style.visibility</p:attrName>
                                        </p:attrNameLst>
                                      </p:cBhvr>
                                      <p:to>
                                        <p:strVal val="visible"/>
                                      </p:to>
                                    </p:set>
                                    <p:animEffect transition="in" filter="fade">
                                      <p:cBhvr>
                                        <p:cTn id="52" dur="1000"/>
                                        <p:tgtEl>
                                          <p:spTgt spid="10"/>
                                        </p:tgtEl>
                                      </p:cBhvr>
                                    </p:animEffect>
                                    <p:anim calcmode="lin" valueType="num">
                                      <p:cBhvr>
                                        <p:cTn id="53" dur="1000" fill="hold"/>
                                        <p:tgtEl>
                                          <p:spTgt spid="10"/>
                                        </p:tgtEl>
                                        <p:attrNameLst>
                                          <p:attrName>ppt_x</p:attrName>
                                        </p:attrNameLst>
                                      </p:cBhvr>
                                      <p:tavLst>
                                        <p:tav tm="0">
                                          <p:val>
                                            <p:strVal val="#ppt_x"/>
                                          </p:val>
                                        </p:tav>
                                        <p:tav tm="100000">
                                          <p:val>
                                            <p:strVal val="#ppt_x"/>
                                          </p:val>
                                        </p:tav>
                                      </p:tavLst>
                                    </p:anim>
                                    <p:anim calcmode="lin" valueType="num">
                                      <p:cBhvr>
                                        <p:cTn id="54"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21" presetClass="entr" presetSubtype="1" fill="hold" grpId="0" nodeType="clickEffect">
                                  <p:stCondLst>
                                    <p:cond delay="0"/>
                                  </p:stCondLst>
                                  <p:childTnLst>
                                    <p:set>
                                      <p:cBhvr>
                                        <p:cTn id="58" dur="1" fill="hold">
                                          <p:stCondLst>
                                            <p:cond delay="0"/>
                                          </p:stCondLst>
                                        </p:cTn>
                                        <p:tgtEl>
                                          <p:spTgt spid="11"/>
                                        </p:tgtEl>
                                        <p:attrNameLst>
                                          <p:attrName>style.visibility</p:attrName>
                                        </p:attrNameLst>
                                      </p:cBhvr>
                                      <p:to>
                                        <p:strVal val="visible"/>
                                      </p:to>
                                    </p:set>
                                    <p:animEffect transition="in" filter="wheel(1)">
                                      <p:cBhvr>
                                        <p:cTn id="59" dur="2000"/>
                                        <p:tgtEl>
                                          <p:spTgt spid="11"/>
                                        </p:tgtEl>
                                      </p:cBhvr>
                                    </p:animEffect>
                                  </p:childTnLst>
                                </p:cTn>
                              </p:par>
                            </p:childTnLst>
                          </p:cTn>
                        </p:par>
                      </p:childTnLst>
                    </p:cTn>
                  </p:par>
                  <p:par>
                    <p:cTn id="60" fill="hold">
                      <p:stCondLst>
                        <p:cond delay="indefinite"/>
                      </p:stCondLst>
                      <p:childTnLst>
                        <p:par>
                          <p:cTn id="61" fill="hold">
                            <p:stCondLst>
                              <p:cond delay="0"/>
                            </p:stCondLst>
                            <p:childTnLst>
                              <p:par>
                                <p:cTn id="62" presetID="2" presetClass="entr" presetSubtype="4" fill="hold" nodeType="clickEffect">
                                  <p:stCondLst>
                                    <p:cond delay="0"/>
                                  </p:stCondLst>
                                  <p:childTnLst>
                                    <p:set>
                                      <p:cBhvr>
                                        <p:cTn id="63" dur="1" fill="hold">
                                          <p:stCondLst>
                                            <p:cond delay="0"/>
                                          </p:stCondLst>
                                        </p:cTn>
                                        <p:tgtEl>
                                          <p:spTgt spid="13"/>
                                        </p:tgtEl>
                                        <p:attrNameLst>
                                          <p:attrName>style.visibility</p:attrName>
                                        </p:attrNameLst>
                                      </p:cBhvr>
                                      <p:to>
                                        <p:strVal val="visible"/>
                                      </p:to>
                                    </p:set>
                                    <p:anim calcmode="lin" valueType="num">
                                      <p:cBhvr additive="base">
                                        <p:cTn id="64" dur="500" fill="hold"/>
                                        <p:tgtEl>
                                          <p:spTgt spid="13"/>
                                        </p:tgtEl>
                                        <p:attrNameLst>
                                          <p:attrName>ppt_x</p:attrName>
                                        </p:attrNameLst>
                                      </p:cBhvr>
                                      <p:tavLst>
                                        <p:tav tm="0">
                                          <p:val>
                                            <p:strVal val="#ppt_x"/>
                                          </p:val>
                                        </p:tav>
                                        <p:tav tm="100000">
                                          <p:val>
                                            <p:strVal val="#ppt_x"/>
                                          </p:val>
                                        </p:tav>
                                      </p:tavLst>
                                    </p:anim>
                                    <p:anim calcmode="lin" valueType="num">
                                      <p:cBhvr additive="base">
                                        <p:cTn id="65"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15"/>
                                        </p:tgtEl>
                                        <p:attrNameLst>
                                          <p:attrName>style.visibility</p:attrName>
                                        </p:attrNameLst>
                                      </p:cBhvr>
                                      <p:to>
                                        <p:strVal val="visible"/>
                                      </p:to>
                                    </p:set>
                                    <p:animEffect transition="in" filter="fade">
                                      <p:cBhvr>
                                        <p:cTn id="70" dur="1000"/>
                                        <p:tgtEl>
                                          <p:spTgt spid="15"/>
                                        </p:tgtEl>
                                      </p:cBhvr>
                                    </p:animEffect>
                                    <p:anim calcmode="lin" valueType="num">
                                      <p:cBhvr>
                                        <p:cTn id="71" dur="1000" fill="hold"/>
                                        <p:tgtEl>
                                          <p:spTgt spid="15"/>
                                        </p:tgtEl>
                                        <p:attrNameLst>
                                          <p:attrName>ppt_x</p:attrName>
                                        </p:attrNameLst>
                                      </p:cBhvr>
                                      <p:tavLst>
                                        <p:tav tm="0">
                                          <p:val>
                                            <p:strVal val="#ppt_x"/>
                                          </p:val>
                                        </p:tav>
                                        <p:tav tm="100000">
                                          <p:val>
                                            <p:strVal val="#ppt_x"/>
                                          </p:val>
                                        </p:tav>
                                      </p:tavLst>
                                    </p:anim>
                                    <p:anim calcmode="lin" valueType="num">
                                      <p:cBhvr>
                                        <p:cTn id="72"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6" grpId="0" build="p"/>
      <p:bldP spid="7" grpId="0" build="p"/>
      <p:bldP spid="8" grpId="0"/>
      <p:bldP spid="9" grpId="0"/>
      <p:bldP spid="10" grpId="0"/>
      <p:bldP spid="11" grpId="0" animBg="1"/>
      <p:bldP spid="15"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4120C5-CC83-C198-149A-2660AC04B66D}"/>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6FE370AC-08DF-BC6D-DFBD-2B5D24E2A3FF}"/>
              </a:ext>
            </a:extLst>
          </p:cNvPr>
          <p:cNvSpPr>
            <a:spLocks noGrp="1"/>
          </p:cNvSpPr>
          <p:nvPr>
            <p:ph type="body" sz="quarter" idx="12"/>
          </p:nvPr>
        </p:nvSpPr>
        <p:spPr>
          <a:xfrm>
            <a:off x="4130963" y="701645"/>
            <a:ext cx="9583057" cy="469900"/>
          </a:xfrm>
        </p:spPr>
        <p:txBody>
          <a:bodyPr/>
          <a:lstStyle/>
          <a:p>
            <a:pPr marL="0" indent="0">
              <a:buNone/>
            </a:pPr>
            <a:r>
              <a:rPr lang="en-US" dirty="0"/>
              <a:t>=</a:t>
            </a:r>
          </a:p>
        </p:txBody>
      </p:sp>
      <p:sp>
        <p:nvSpPr>
          <p:cNvPr id="4" name="Title 3">
            <a:extLst>
              <a:ext uri="{FF2B5EF4-FFF2-40B4-BE49-F238E27FC236}">
                <a16:creationId xmlns:a16="http://schemas.microsoft.com/office/drawing/2014/main" id="{324BD38C-A033-3483-14B0-EC39C9EA355E}"/>
              </a:ext>
            </a:extLst>
          </p:cNvPr>
          <p:cNvSpPr>
            <a:spLocks noGrp="1"/>
          </p:cNvSpPr>
          <p:nvPr>
            <p:ph type="title"/>
          </p:nvPr>
        </p:nvSpPr>
        <p:spPr>
          <a:xfrm>
            <a:off x="660400" y="503221"/>
            <a:ext cx="3714174" cy="830997"/>
          </a:xfrm>
        </p:spPr>
        <p:txBody>
          <a:bodyPr/>
          <a:lstStyle/>
          <a:p>
            <a:r>
              <a:rPr lang="en-US" sz="3000" dirty="0"/>
              <a:t>Consolidated Financial Statement</a:t>
            </a:r>
          </a:p>
        </p:txBody>
      </p:sp>
      <p:pic>
        <p:nvPicPr>
          <p:cNvPr id="5" name="Picture 4" descr="eLearning">
            <a:extLst>
              <a:ext uri="{FF2B5EF4-FFF2-40B4-BE49-F238E27FC236}">
                <a16:creationId xmlns:a16="http://schemas.microsoft.com/office/drawing/2014/main" id="{108237A6-9896-8BE6-5BB1-0F3A1759F66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3717" y="5578997"/>
            <a:ext cx="2096886" cy="1200439"/>
          </a:xfrm>
          <a:prstGeom prst="rect">
            <a:avLst/>
          </a:prstGeom>
          <a:noFill/>
          <a:extLst>
            <a:ext uri="{909E8E84-426E-40DD-AFC4-6F175D3DCCD1}">
              <a14:hiddenFill xmlns:a14="http://schemas.microsoft.com/office/drawing/2010/main">
                <a:solidFill>
                  <a:srgbClr val="FFFFFF"/>
                </a:solidFill>
              </a14:hiddenFill>
            </a:ext>
          </a:extLst>
        </p:spPr>
      </p:pic>
      <p:sp>
        <p:nvSpPr>
          <p:cNvPr id="6" name="Text Placeholder 1">
            <a:extLst>
              <a:ext uri="{FF2B5EF4-FFF2-40B4-BE49-F238E27FC236}">
                <a16:creationId xmlns:a16="http://schemas.microsoft.com/office/drawing/2014/main" id="{C1212EDE-2006-30E4-11C8-F82BC1B4A603}"/>
              </a:ext>
            </a:extLst>
          </p:cNvPr>
          <p:cNvSpPr txBox="1">
            <a:spLocks/>
          </p:cNvSpPr>
          <p:nvPr/>
        </p:nvSpPr>
        <p:spPr>
          <a:xfrm>
            <a:off x="4374574" y="728859"/>
            <a:ext cx="9969500" cy="469900"/>
          </a:xfrm>
          <a:prstGeom prst="rect">
            <a:avLst/>
          </a:prstGeom>
        </p:spPr>
        <p:txBody>
          <a:bodyPr/>
          <a:lstStyle>
            <a:lvl1pPr marL="266700" indent="-266700" algn="l" defTabSz="914400" rtl="0" eaLnBrk="1" latinLnBrk="0" hangingPunct="1">
              <a:lnSpc>
                <a:spcPct val="90000"/>
              </a:lnSpc>
              <a:spcBef>
                <a:spcPts val="1000"/>
              </a:spcBef>
              <a:buClr>
                <a:schemeClr val="accent4"/>
              </a:buClr>
              <a:buFont typeface="Wingdings" panose="05000000000000000000" pitchFamily="2" charset="2"/>
              <a:buChar char="§"/>
              <a:defRPr sz="2000" kern="1200">
                <a:solidFill>
                  <a:schemeClr val="tx1">
                    <a:lumMod val="75000"/>
                    <a:lumOff val="25000"/>
                  </a:schemeClr>
                </a:solidFill>
                <a:latin typeface="+mn-lt"/>
                <a:ea typeface="+mn-ea"/>
                <a:cs typeface="+mn-cs"/>
              </a:defRPr>
            </a:lvl1pPr>
            <a:lvl2pPr marL="542925" indent="-276225" algn="l" defTabSz="914400" rtl="0" eaLnBrk="1" latinLnBrk="0" hangingPunct="1">
              <a:lnSpc>
                <a:spcPct val="90000"/>
              </a:lnSpc>
              <a:spcBef>
                <a:spcPts val="500"/>
              </a:spcBef>
              <a:buClr>
                <a:schemeClr val="accent4"/>
              </a:buClr>
              <a:buFont typeface="Wingdings" panose="05000000000000000000" pitchFamily="2" charset="2"/>
              <a:buChar char="§"/>
              <a:defRPr sz="1800" kern="1200">
                <a:solidFill>
                  <a:schemeClr val="tx1">
                    <a:lumMod val="75000"/>
                    <a:lumOff val="25000"/>
                  </a:schemeClr>
                </a:solidFill>
                <a:latin typeface="+mn-lt"/>
                <a:ea typeface="+mn-ea"/>
                <a:cs typeface="+mn-cs"/>
              </a:defRPr>
            </a:lvl2pPr>
            <a:lvl3pPr marL="809625" indent="-266700" algn="l" defTabSz="914400" rtl="0" eaLnBrk="1" latinLnBrk="0" hangingPunct="1">
              <a:lnSpc>
                <a:spcPct val="90000"/>
              </a:lnSpc>
              <a:spcBef>
                <a:spcPts val="500"/>
              </a:spcBef>
              <a:buClr>
                <a:schemeClr val="accent4"/>
              </a:buClr>
              <a:buFont typeface="Wingdings" panose="05000000000000000000" pitchFamily="2" charset="2"/>
              <a:buChar char="§"/>
              <a:defRPr sz="1600" kern="1200">
                <a:solidFill>
                  <a:schemeClr val="tx1">
                    <a:lumMod val="75000"/>
                    <a:lumOff val="25000"/>
                  </a:schemeClr>
                </a:solidFill>
                <a:latin typeface="+mn-lt"/>
                <a:ea typeface="+mn-ea"/>
                <a:cs typeface="+mn-cs"/>
              </a:defRPr>
            </a:lvl3pPr>
            <a:lvl4pPr marL="1076325" indent="-266700" algn="l" defTabSz="914400" rtl="0" eaLnBrk="1" latinLnBrk="0" hangingPunct="1">
              <a:lnSpc>
                <a:spcPct val="90000"/>
              </a:lnSpc>
              <a:spcBef>
                <a:spcPts val="500"/>
              </a:spcBef>
              <a:buClr>
                <a:schemeClr val="accent4"/>
              </a:buClr>
              <a:buFont typeface="Wingdings" panose="05000000000000000000" pitchFamily="2" charset="2"/>
              <a:buChar char="§"/>
              <a:defRPr sz="1600" kern="1200">
                <a:solidFill>
                  <a:schemeClr val="tx1">
                    <a:lumMod val="75000"/>
                    <a:lumOff val="25000"/>
                  </a:schemeClr>
                </a:solidFill>
                <a:latin typeface="+mn-lt"/>
                <a:ea typeface="+mn-ea"/>
                <a:cs typeface="+mn-cs"/>
              </a:defRPr>
            </a:lvl4pPr>
            <a:lvl5pPr marL="1343025" indent="-266700" algn="l" defTabSz="914400" rtl="0" eaLnBrk="1" latinLnBrk="0" hangingPunct="1">
              <a:lnSpc>
                <a:spcPct val="90000"/>
              </a:lnSpc>
              <a:spcBef>
                <a:spcPts val="500"/>
              </a:spcBef>
              <a:buClr>
                <a:schemeClr val="accent4"/>
              </a:buClr>
              <a:buFont typeface="Wingdings" panose="05000000000000000000" pitchFamily="2" charset="2"/>
              <a:buChar char="§"/>
              <a:defRPr sz="16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Wingdings" panose="05000000000000000000" pitchFamily="2" charset="2"/>
              <a:buNone/>
            </a:pPr>
            <a:r>
              <a:rPr lang="en-US" sz="1500" b="1" dirty="0"/>
              <a:t>the Financial Statement of a Group Presented as those of a Single Economic Entity</a:t>
            </a:r>
            <a:endParaRPr lang="en-US" sz="1500" dirty="0"/>
          </a:p>
        </p:txBody>
      </p:sp>
      <p:sp>
        <p:nvSpPr>
          <p:cNvPr id="7" name="Text Placeholder 1">
            <a:extLst>
              <a:ext uri="{FF2B5EF4-FFF2-40B4-BE49-F238E27FC236}">
                <a16:creationId xmlns:a16="http://schemas.microsoft.com/office/drawing/2014/main" id="{559C1E6B-B2F5-18FB-4D3C-1282555C8ADE}"/>
              </a:ext>
            </a:extLst>
          </p:cNvPr>
          <p:cNvSpPr txBox="1">
            <a:spLocks/>
          </p:cNvSpPr>
          <p:nvPr/>
        </p:nvSpPr>
        <p:spPr>
          <a:xfrm>
            <a:off x="1304471" y="1996565"/>
            <a:ext cx="9583057" cy="469900"/>
          </a:xfrm>
          <a:prstGeom prst="rect">
            <a:avLst/>
          </a:prstGeom>
        </p:spPr>
        <p:txBody>
          <a:bodyPr/>
          <a:lstStyle>
            <a:lvl1pPr marL="266700" indent="-266700" algn="l" defTabSz="914400" rtl="0" eaLnBrk="1" latinLnBrk="0" hangingPunct="1">
              <a:lnSpc>
                <a:spcPct val="90000"/>
              </a:lnSpc>
              <a:spcBef>
                <a:spcPts val="1000"/>
              </a:spcBef>
              <a:buClr>
                <a:schemeClr val="accent4"/>
              </a:buClr>
              <a:buFont typeface="Wingdings" panose="05000000000000000000" pitchFamily="2" charset="2"/>
              <a:buChar char="§"/>
              <a:defRPr sz="2000" kern="1200">
                <a:solidFill>
                  <a:schemeClr val="tx1">
                    <a:lumMod val="75000"/>
                    <a:lumOff val="25000"/>
                  </a:schemeClr>
                </a:solidFill>
                <a:latin typeface="+mn-lt"/>
                <a:ea typeface="+mn-ea"/>
                <a:cs typeface="+mn-cs"/>
              </a:defRPr>
            </a:lvl1pPr>
            <a:lvl2pPr marL="542925" indent="-276225" algn="l" defTabSz="914400" rtl="0" eaLnBrk="1" latinLnBrk="0" hangingPunct="1">
              <a:lnSpc>
                <a:spcPct val="90000"/>
              </a:lnSpc>
              <a:spcBef>
                <a:spcPts val="500"/>
              </a:spcBef>
              <a:buClr>
                <a:schemeClr val="accent4"/>
              </a:buClr>
              <a:buFont typeface="Wingdings" panose="05000000000000000000" pitchFamily="2" charset="2"/>
              <a:buChar char="§"/>
              <a:defRPr sz="1800" kern="1200">
                <a:solidFill>
                  <a:schemeClr val="tx1">
                    <a:lumMod val="75000"/>
                    <a:lumOff val="25000"/>
                  </a:schemeClr>
                </a:solidFill>
                <a:latin typeface="+mn-lt"/>
                <a:ea typeface="+mn-ea"/>
                <a:cs typeface="+mn-cs"/>
              </a:defRPr>
            </a:lvl2pPr>
            <a:lvl3pPr marL="809625" indent="-266700" algn="l" defTabSz="914400" rtl="0" eaLnBrk="1" latinLnBrk="0" hangingPunct="1">
              <a:lnSpc>
                <a:spcPct val="90000"/>
              </a:lnSpc>
              <a:spcBef>
                <a:spcPts val="500"/>
              </a:spcBef>
              <a:buClr>
                <a:schemeClr val="accent4"/>
              </a:buClr>
              <a:buFont typeface="Wingdings" panose="05000000000000000000" pitchFamily="2" charset="2"/>
              <a:buChar char="§"/>
              <a:defRPr sz="1600" kern="1200">
                <a:solidFill>
                  <a:schemeClr val="tx1">
                    <a:lumMod val="75000"/>
                    <a:lumOff val="25000"/>
                  </a:schemeClr>
                </a:solidFill>
                <a:latin typeface="+mn-lt"/>
                <a:ea typeface="+mn-ea"/>
                <a:cs typeface="+mn-cs"/>
              </a:defRPr>
            </a:lvl3pPr>
            <a:lvl4pPr marL="1076325" indent="-266700" algn="l" defTabSz="914400" rtl="0" eaLnBrk="1" latinLnBrk="0" hangingPunct="1">
              <a:lnSpc>
                <a:spcPct val="90000"/>
              </a:lnSpc>
              <a:spcBef>
                <a:spcPts val="500"/>
              </a:spcBef>
              <a:buClr>
                <a:schemeClr val="accent4"/>
              </a:buClr>
              <a:buFont typeface="Wingdings" panose="05000000000000000000" pitchFamily="2" charset="2"/>
              <a:buChar char="§"/>
              <a:defRPr sz="1600" kern="1200">
                <a:solidFill>
                  <a:schemeClr val="tx1">
                    <a:lumMod val="75000"/>
                    <a:lumOff val="25000"/>
                  </a:schemeClr>
                </a:solidFill>
                <a:latin typeface="+mn-lt"/>
                <a:ea typeface="+mn-ea"/>
                <a:cs typeface="+mn-cs"/>
              </a:defRPr>
            </a:lvl4pPr>
            <a:lvl5pPr marL="1343025" indent="-266700" algn="l" defTabSz="914400" rtl="0" eaLnBrk="1" latinLnBrk="0" hangingPunct="1">
              <a:lnSpc>
                <a:spcPct val="90000"/>
              </a:lnSpc>
              <a:spcBef>
                <a:spcPts val="500"/>
              </a:spcBef>
              <a:buClr>
                <a:schemeClr val="accent4"/>
              </a:buClr>
              <a:buFont typeface="Wingdings" panose="05000000000000000000" pitchFamily="2" charset="2"/>
              <a:buChar char="§"/>
              <a:defRPr sz="16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Wingdings" panose="05000000000000000000" pitchFamily="2" charset="2"/>
              <a:buNone/>
            </a:pPr>
            <a:endParaRPr lang="en-US" dirty="0"/>
          </a:p>
        </p:txBody>
      </p:sp>
      <p:pic>
        <p:nvPicPr>
          <p:cNvPr id="3" name="Picture 2" descr="Jollibee - Wikipedia">
            <a:extLst>
              <a:ext uri="{FF2B5EF4-FFF2-40B4-BE49-F238E27FC236}">
                <a16:creationId xmlns:a16="http://schemas.microsoft.com/office/drawing/2014/main" id="{43DF4D7C-CA82-73B2-232E-1B6EC77C766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3197" y="2231515"/>
            <a:ext cx="1494290" cy="1465123"/>
          </a:xfrm>
          <a:prstGeom prst="rect">
            <a:avLst/>
          </a:prstGeom>
          <a:noFill/>
          <a:extLst>
            <a:ext uri="{909E8E84-426E-40DD-AFC4-6F175D3DCCD1}">
              <a14:hiddenFill xmlns:a14="http://schemas.microsoft.com/office/drawing/2010/main">
                <a:solidFill>
                  <a:srgbClr val="FFFFFF"/>
                </a:solidFill>
              </a14:hiddenFill>
            </a:ext>
          </a:extLst>
        </p:spPr>
      </p:pic>
      <p:sp>
        <p:nvSpPr>
          <p:cNvPr id="8" name="Plus Sign 7">
            <a:extLst>
              <a:ext uri="{FF2B5EF4-FFF2-40B4-BE49-F238E27FC236}">
                <a16:creationId xmlns:a16="http://schemas.microsoft.com/office/drawing/2014/main" id="{4E2D877C-472B-D93B-15AF-3D441DA41284}"/>
              </a:ext>
            </a:extLst>
          </p:cNvPr>
          <p:cNvSpPr/>
          <p:nvPr/>
        </p:nvSpPr>
        <p:spPr>
          <a:xfrm>
            <a:off x="2919846" y="2593178"/>
            <a:ext cx="914400" cy="914400"/>
          </a:xfrm>
          <a:prstGeom prst="mathPlus">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6" descr="Milksha PH (@MilkshaPH) • Facebook">
            <a:extLst>
              <a:ext uri="{FF2B5EF4-FFF2-40B4-BE49-F238E27FC236}">
                <a16:creationId xmlns:a16="http://schemas.microsoft.com/office/drawing/2014/main" id="{ECFE73BA-02AB-5D75-D90B-08FD931168F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15520" y="2360881"/>
            <a:ext cx="1439132" cy="1335757"/>
          </a:xfrm>
          <a:prstGeom prst="rect">
            <a:avLst/>
          </a:prstGeom>
          <a:noFill/>
          <a:extLst>
            <a:ext uri="{909E8E84-426E-40DD-AFC4-6F175D3DCCD1}">
              <a14:hiddenFill xmlns:a14="http://schemas.microsoft.com/office/drawing/2010/main">
                <a:solidFill>
                  <a:srgbClr val="FFFFFF"/>
                </a:solidFill>
              </a14:hiddenFill>
            </a:ext>
          </a:extLst>
        </p:spPr>
      </p:pic>
      <p:sp>
        <p:nvSpPr>
          <p:cNvPr id="11" name="Equals 10">
            <a:extLst>
              <a:ext uri="{FF2B5EF4-FFF2-40B4-BE49-F238E27FC236}">
                <a16:creationId xmlns:a16="http://schemas.microsoft.com/office/drawing/2014/main" id="{CEB1BAB4-9A74-BF75-0A38-21AF9F165C16}"/>
              </a:ext>
            </a:extLst>
          </p:cNvPr>
          <p:cNvSpPr/>
          <p:nvPr/>
        </p:nvSpPr>
        <p:spPr>
          <a:xfrm>
            <a:off x="5788107" y="2571559"/>
            <a:ext cx="914400" cy="914400"/>
          </a:xfrm>
          <a:prstGeom prst="mathEqual">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12" name="Picture 11" descr="Jollibee - Wikipedia">
            <a:extLst>
              <a:ext uri="{FF2B5EF4-FFF2-40B4-BE49-F238E27FC236}">
                <a16:creationId xmlns:a16="http://schemas.microsoft.com/office/drawing/2014/main" id="{390153DA-BE2A-4708-C4B4-CC4611D38F9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67242" y="2231514"/>
            <a:ext cx="1494290" cy="14651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367605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xEl>
                                              <p:pRg st="0" end="0"/>
                                            </p:txEl>
                                          </p:spTgt>
                                        </p:tgtEl>
                                        <p:attrNameLst>
                                          <p:attrName>style.visibility</p:attrName>
                                        </p:attrNameLst>
                                      </p:cBhvr>
                                      <p:to>
                                        <p:strVal val="visible"/>
                                      </p:to>
                                    </p:set>
                                    <p:anim calcmode="lin" valueType="num">
                                      <p:cBhvr additive="base">
                                        <p:cTn id="13"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6">
                                            <p:txEl>
                                              <p:pRg st="0" end="0"/>
                                            </p:txEl>
                                          </p:spTgt>
                                        </p:tgtEl>
                                        <p:attrNameLst>
                                          <p:attrName>style.visibility</p:attrName>
                                        </p:attrNameLst>
                                      </p:cBhvr>
                                      <p:to>
                                        <p:strVal val="visible"/>
                                      </p:to>
                                    </p:set>
                                    <p:animEffect transition="in" filter="fade">
                                      <p:cBhvr>
                                        <p:cTn id="19" dur="1000"/>
                                        <p:tgtEl>
                                          <p:spTgt spid="6">
                                            <p:txEl>
                                              <p:pRg st="0" end="0"/>
                                            </p:txEl>
                                          </p:spTgt>
                                        </p:tgtEl>
                                      </p:cBhvr>
                                    </p:animEffect>
                                    <p:anim calcmode="lin" valueType="num">
                                      <p:cBhvr>
                                        <p:cTn id="20"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21"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nodePh="1">
                                  <p:stCondLst>
                                    <p:cond delay="0"/>
                                  </p:stCondLst>
                                  <p:endCondLst>
                                    <p:cond evt="begin" delay="0">
                                      <p:tn val="24"/>
                                    </p:cond>
                                  </p:endCondLst>
                                  <p:childTnLst>
                                    <p:set>
                                      <p:cBhvr>
                                        <p:cTn id="25" dur="1" fill="hold">
                                          <p:stCondLst>
                                            <p:cond delay="0"/>
                                          </p:stCondLst>
                                        </p:cTn>
                                        <p:tgtEl>
                                          <p:spTgt spid="7">
                                            <p:txEl>
                                              <p:pRg st="0" end="0"/>
                                            </p:txEl>
                                          </p:spTgt>
                                        </p:tgtEl>
                                        <p:attrNameLst>
                                          <p:attrName>style.visibility</p:attrName>
                                        </p:attrNameLst>
                                      </p:cBhvr>
                                      <p:to>
                                        <p:strVal val="visible"/>
                                      </p:to>
                                    </p:set>
                                    <p:animEffect transition="in" filter="fade">
                                      <p:cBhvr>
                                        <p:cTn id="26" dur="1000"/>
                                        <p:tgtEl>
                                          <p:spTgt spid="7">
                                            <p:txEl>
                                              <p:pRg st="0" end="0"/>
                                            </p:txEl>
                                          </p:spTgt>
                                        </p:tgtEl>
                                      </p:cBhvr>
                                    </p:animEffect>
                                    <p:anim calcmode="lin" valueType="num">
                                      <p:cBhvr>
                                        <p:cTn id="27"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28"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3"/>
                                        </p:tgtEl>
                                        <p:attrNameLst>
                                          <p:attrName>style.visibility</p:attrName>
                                        </p:attrNameLst>
                                      </p:cBhvr>
                                      <p:to>
                                        <p:strVal val="visible"/>
                                      </p:to>
                                    </p:set>
                                    <p:anim calcmode="lin" valueType="num">
                                      <p:cBhvr additive="base">
                                        <p:cTn id="33" dur="500" fill="hold"/>
                                        <p:tgtEl>
                                          <p:spTgt spid="3"/>
                                        </p:tgtEl>
                                        <p:attrNameLst>
                                          <p:attrName>ppt_x</p:attrName>
                                        </p:attrNameLst>
                                      </p:cBhvr>
                                      <p:tavLst>
                                        <p:tav tm="0">
                                          <p:val>
                                            <p:strVal val="#ppt_x"/>
                                          </p:val>
                                        </p:tav>
                                        <p:tav tm="100000">
                                          <p:val>
                                            <p:strVal val="#ppt_x"/>
                                          </p:val>
                                        </p:tav>
                                      </p:tavLst>
                                    </p:anim>
                                    <p:anim calcmode="lin" valueType="num">
                                      <p:cBhvr additive="base">
                                        <p:cTn id="3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10"/>
                                        </p:tgtEl>
                                        <p:attrNameLst>
                                          <p:attrName>style.visibility</p:attrName>
                                        </p:attrNameLst>
                                      </p:cBhvr>
                                      <p:to>
                                        <p:strVal val="visible"/>
                                      </p:to>
                                    </p:set>
                                    <p:anim calcmode="lin" valueType="num">
                                      <p:cBhvr additive="base">
                                        <p:cTn id="39" dur="500" fill="hold"/>
                                        <p:tgtEl>
                                          <p:spTgt spid="10"/>
                                        </p:tgtEl>
                                        <p:attrNameLst>
                                          <p:attrName>ppt_x</p:attrName>
                                        </p:attrNameLst>
                                      </p:cBhvr>
                                      <p:tavLst>
                                        <p:tav tm="0">
                                          <p:val>
                                            <p:strVal val="#ppt_x"/>
                                          </p:val>
                                        </p:tav>
                                        <p:tav tm="100000">
                                          <p:val>
                                            <p:strVal val="#ppt_x"/>
                                          </p:val>
                                        </p:tav>
                                      </p:tavLst>
                                    </p:anim>
                                    <p:anim calcmode="lin" valueType="num">
                                      <p:cBhvr additive="base">
                                        <p:cTn id="40"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nodeType="clickEffect">
                                  <p:stCondLst>
                                    <p:cond delay="0"/>
                                  </p:stCondLst>
                                  <p:childTnLst>
                                    <p:set>
                                      <p:cBhvr>
                                        <p:cTn id="44" dur="1" fill="hold">
                                          <p:stCondLst>
                                            <p:cond delay="0"/>
                                          </p:stCondLst>
                                        </p:cTn>
                                        <p:tgtEl>
                                          <p:spTgt spid="12"/>
                                        </p:tgtEl>
                                        <p:attrNameLst>
                                          <p:attrName>style.visibility</p:attrName>
                                        </p:attrNameLst>
                                      </p:cBhvr>
                                      <p:to>
                                        <p:strVal val="visible"/>
                                      </p:to>
                                    </p:set>
                                    <p:anim calcmode="lin" valueType="num">
                                      <p:cBhvr additive="base">
                                        <p:cTn id="45" dur="500" fill="hold"/>
                                        <p:tgtEl>
                                          <p:spTgt spid="12"/>
                                        </p:tgtEl>
                                        <p:attrNameLst>
                                          <p:attrName>ppt_x</p:attrName>
                                        </p:attrNameLst>
                                      </p:cBhvr>
                                      <p:tavLst>
                                        <p:tav tm="0">
                                          <p:val>
                                            <p:strVal val="#ppt_x"/>
                                          </p:val>
                                        </p:tav>
                                        <p:tav tm="100000">
                                          <p:val>
                                            <p:strVal val="#ppt_x"/>
                                          </p:val>
                                        </p:tav>
                                      </p:tavLst>
                                    </p:anim>
                                    <p:anim calcmode="lin" valueType="num">
                                      <p:cBhvr additive="base">
                                        <p:cTn id="46"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6" grpId="0" build="p"/>
      <p:bldP spid="7"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3C7370-E87F-6B38-3C2E-E27660F40A8D}"/>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BA8FE8C8-BC40-BB6F-49F2-52E3F614E0C9}"/>
              </a:ext>
            </a:extLst>
          </p:cNvPr>
          <p:cNvSpPr>
            <a:spLocks noGrp="1"/>
          </p:cNvSpPr>
          <p:nvPr>
            <p:ph type="body" sz="quarter" idx="12"/>
          </p:nvPr>
        </p:nvSpPr>
        <p:spPr>
          <a:xfrm>
            <a:off x="494146" y="1362712"/>
            <a:ext cx="9583057" cy="469900"/>
          </a:xfrm>
        </p:spPr>
        <p:txBody>
          <a:bodyPr/>
          <a:lstStyle/>
          <a:p>
            <a:pPr marL="0" indent="0">
              <a:buNone/>
            </a:pPr>
            <a:endParaRPr lang="en-US" b="1" dirty="0"/>
          </a:p>
        </p:txBody>
      </p:sp>
      <p:sp>
        <p:nvSpPr>
          <p:cNvPr id="4" name="Title 3">
            <a:extLst>
              <a:ext uri="{FF2B5EF4-FFF2-40B4-BE49-F238E27FC236}">
                <a16:creationId xmlns:a16="http://schemas.microsoft.com/office/drawing/2014/main" id="{0B676486-02FB-50A4-9129-FF4A41941F8E}"/>
              </a:ext>
            </a:extLst>
          </p:cNvPr>
          <p:cNvSpPr>
            <a:spLocks noGrp="1"/>
          </p:cNvSpPr>
          <p:nvPr>
            <p:ph type="title"/>
          </p:nvPr>
        </p:nvSpPr>
        <p:spPr>
          <a:xfrm>
            <a:off x="494146" y="367762"/>
            <a:ext cx="7517245" cy="830997"/>
          </a:xfrm>
        </p:spPr>
        <p:txBody>
          <a:bodyPr/>
          <a:lstStyle/>
          <a:p>
            <a:r>
              <a:rPr lang="en-US" sz="3000" dirty="0"/>
              <a:t>Intercompany Transaction</a:t>
            </a:r>
          </a:p>
        </p:txBody>
      </p:sp>
      <p:pic>
        <p:nvPicPr>
          <p:cNvPr id="5" name="Picture 4" descr="eLearning">
            <a:extLst>
              <a:ext uri="{FF2B5EF4-FFF2-40B4-BE49-F238E27FC236}">
                <a16:creationId xmlns:a16="http://schemas.microsoft.com/office/drawing/2014/main" id="{4F70F217-2117-C43E-B293-5BB0B2E39F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3717" y="5578997"/>
            <a:ext cx="2096886" cy="1200439"/>
          </a:xfrm>
          <a:prstGeom prst="rect">
            <a:avLst/>
          </a:prstGeom>
          <a:noFill/>
          <a:extLst>
            <a:ext uri="{909E8E84-426E-40DD-AFC4-6F175D3DCCD1}">
              <a14:hiddenFill xmlns:a14="http://schemas.microsoft.com/office/drawing/2010/main">
                <a:solidFill>
                  <a:srgbClr val="FFFFFF"/>
                </a:solidFill>
              </a14:hiddenFill>
            </a:ext>
          </a:extLst>
        </p:spPr>
      </p:pic>
      <p:sp>
        <p:nvSpPr>
          <p:cNvPr id="6" name="Text Placeholder 1">
            <a:extLst>
              <a:ext uri="{FF2B5EF4-FFF2-40B4-BE49-F238E27FC236}">
                <a16:creationId xmlns:a16="http://schemas.microsoft.com/office/drawing/2014/main" id="{F378D491-34B7-A1BA-1001-641D99E2B27F}"/>
              </a:ext>
            </a:extLst>
          </p:cNvPr>
          <p:cNvSpPr txBox="1">
            <a:spLocks/>
          </p:cNvSpPr>
          <p:nvPr/>
        </p:nvSpPr>
        <p:spPr>
          <a:xfrm>
            <a:off x="4374574" y="728859"/>
            <a:ext cx="9969500" cy="469900"/>
          </a:xfrm>
          <a:prstGeom prst="rect">
            <a:avLst/>
          </a:prstGeom>
        </p:spPr>
        <p:txBody>
          <a:bodyPr/>
          <a:lstStyle>
            <a:lvl1pPr marL="266700" indent="-266700" algn="l" defTabSz="914400" rtl="0" eaLnBrk="1" latinLnBrk="0" hangingPunct="1">
              <a:lnSpc>
                <a:spcPct val="90000"/>
              </a:lnSpc>
              <a:spcBef>
                <a:spcPts val="1000"/>
              </a:spcBef>
              <a:buClr>
                <a:schemeClr val="accent4"/>
              </a:buClr>
              <a:buFont typeface="Wingdings" panose="05000000000000000000" pitchFamily="2" charset="2"/>
              <a:buChar char="§"/>
              <a:defRPr sz="2000" kern="1200">
                <a:solidFill>
                  <a:schemeClr val="tx1">
                    <a:lumMod val="75000"/>
                    <a:lumOff val="25000"/>
                  </a:schemeClr>
                </a:solidFill>
                <a:latin typeface="+mn-lt"/>
                <a:ea typeface="+mn-ea"/>
                <a:cs typeface="+mn-cs"/>
              </a:defRPr>
            </a:lvl1pPr>
            <a:lvl2pPr marL="542925" indent="-276225" algn="l" defTabSz="914400" rtl="0" eaLnBrk="1" latinLnBrk="0" hangingPunct="1">
              <a:lnSpc>
                <a:spcPct val="90000"/>
              </a:lnSpc>
              <a:spcBef>
                <a:spcPts val="500"/>
              </a:spcBef>
              <a:buClr>
                <a:schemeClr val="accent4"/>
              </a:buClr>
              <a:buFont typeface="Wingdings" panose="05000000000000000000" pitchFamily="2" charset="2"/>
              <a:buChar char="§"/>
              <a:defRPr sz="1800" kern="1200">
                <a:solidFill>
                  <a:schemeClr val="tx1">
                    <a:lumMod val="75000"/>
                    <a:lumOff val="25000"/>
                  </a:schemeClr>
                </a:solidFill>
                <a:latin typeface="+mn-lt"/>
                <a:ea typeface="+mn-ea"/>
                <a:cs typeface="+mn-cs"/>
              </a:defRPr>
            </a:lvl2pPr>
            <a:lvl3pPr marL="809625" indent="-266700" algn="l" defTabSz="914400" rtl="0" eaLnBrk="1" latinLnBrk="0" hangingPunct="1">
              <a:lnSpc>
                <a:spcPct val="90000"/>
              </a:lnSpc>
              <a:spcBef>
                <a:spcPts val="500"/>
              </a:spcBef>
              <a:buClr>
                <a:schemeClr val="accent4"/>
              </a:buClr>
              <a:buFont typeface="Wingdings" panose="05000000000000000000" pitchFamily="2" charset="2"/>
              <a:buChar char="§"/>
              <a:defRPr sz="1600" kern="1200">
                <a:solidFill>
                  <a:schemeClr val="tx1">
                    <a:lumMod val="75000"/>
                    <a:lumOff val="25000"/>
                  </a:schemeClr>
                </a:solidFill>
                <a:latin typeface="+mn-lt"/>
                <a:ea typeface="+mn-ea"/>
                <a:cs typeface="+mn-cs"/>
              </a:defRPr>
            </a:lvl3pPr>
            <a:lvl4pPr marL="1076325" indent="-266700" algn="l" defTabSz="914400" rtl="0" eaLnBrk="1" latinLnBrk="0" hangingPunct="1">
              <a:lnSpc>
                <a:spcPct val="90000"/>
              </a:lnSpc>
              <a:spcBef>
                <a:spcPts val="500"/>
              </a:spcBef>
              <a:buClr>
                <a:schemeClr val="accent4"/>
              </a:buClr>
              <a:buFont typeface="Wingdings" panose="05000000000000000000" pitchFamily="2" charset="2"/>
              <a:buChar char="§"/>
              <a:defRPr sz="1600" kern="1200">
                <a:solidFill>
                  <a:schemeClr val="tx1">
                    <a:lumMod val="75000"/>
                    <a:lumOff val="25000"/>
                  </a:schemeClr>
                </a:solidFill>
                <a:latin typeface="+mn-lt"/>
                <a:ea typeface="+mn-ea"/>
                <a:cs typeface="+mn-cs"/>
              </a:defRPr>
            </a:lvl4pPr>
            <a:lvl5pPr marL="1343025" indent="-266700" algn="l" defTabSz="914400" rtl="0" eaLnBrk="1" latinLnBrk="0" hangingPunct="1">
              <a:lnSpc>
                <a:spcPct val="90000"/>
              </a:lnSpc>
              <a:spcBef>
                <a:spcPts val="500"/>
              </a:spcBef>
              <a:buClr>
                <a:schemeClr val="accent4"/>
              </a:buClr>
              <a:buFont typeface="Wingdings" panose="05000000000000000000" pitchFamily="2" charset="2"/>
              <a:buChar char="§"/>
              <a:defRPr sz="16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Wingdings" panose="05000000000000000000" pitchFamily="2" charset="2"/>
              <a:buNone/>
            </a:pPr>
            <a:endParaRPr lang="en-US" sz="1500" dirty="0"/>
          </a:p>
        </p:txBody>
      </p:sp>
      <p:sp>
        <p:nvSpPr>
          <p:cNvPr id="7" name="Text Placeholder 1">
            <a:extLst>
              <a:ext uri="{FF2B5EF4-FFF2-40B4-BE49-F238E27FC236}">
                <a16:creationId xmlns:a16="http://schemas.microsoft.com/office/drawing/2014/main" id="{56192B58-1233-C44C-5662-ADF22CFAFA7D}"/>
              </a:ext>
            </a:extLst>
          </p:cNvPr>
          <p:cNvSpPr txBox="1">
            <a:spLocks/>
          </p:cNvSpPr>
          <p:nvPr/>
        </p:nvSpPr>
        <p:spPr>
          <a:xfrm>
            <a:off x="1304471" y="1996565"/>
            <a:ext cx="9583057" cy="469900"/>
          </a:xfrm>
          <a:prstGeom prst="rect">
            <a:avLst/>
          </a:prstGeom>
        </p:spPr>
        <p:txBody>
          <a:bodyPr/>
          <a:lstStyle>
            <a:lvl1pPr marL="266700" indent="-266700" algn="l" defTabSz="914400" rtl="0" eaLnBrk="1" latinLnBrk="0" hangingPunct="1">
              <a:lnSpc>
                <a:spcPct val="90000"/>
              </a:lnSpc>
              <a:spcBef>
                <a:spcPts val="1000"/>
              </a:spcBef>
              <a:buClr>
                <a:schemeClr val="accent4"/>
              </a:buClr>
              <a:buFont typeface="Wingdings" panose="05000000000000000000" pitchFamily="2" charset="2"/>
              <a:buChar char="§"/>
              <a:defRPr sz="2000" kern="1200">
                <a:solidFill>
                  <a:schemeClr val="tx1">
                    <a:lumMod val="75000"/>
                    <a:lumOff val="25000"/>
                  </a:schemeClr>
                </a:solidFill>
                <a:latin typeface="+mn-lt"/>
                <a:ea typeface="+mn-ea"/>
                <a:cs typeface="+mn-cs"/>
              </a:defRPr>
            </a:lvl1pPr>
            <a:lvl2pPr marL="542925" indent="-276225" algn="l" defTabSz="914400" rtl="0" eaLnBrk="1" latinLnBrk="0" hangingPunct="1">
              <a:lnSpc>
                <a:spcPct val="90000"/>
              </a:lnSpc>
              <a:spcBef>
                <a:spcPts val="500"/>
              </a:spcBef>
              <a:buClr>
                <a:schemeClr val="accent4"/>
              </a:buClr>
              <a:buFont typeface="Wingdings" panose="05000000000000000000" pitchFamily="2" charset="2"/>
              <a:buChar char="§"/>
              <a:defRPr sz="1800" kern="1200">
                <a:solidFill>
                  <a:schemeClr val="tx1">
                    <a:lumMod val="75000"/>
                    <a:lumOff val="25000"/>
                  </a:schemeClr>
                </a:solidFill>
                <a:latin typeface="+mn-lt"/>
                <a:ea typeface="+mn-ea"/>
                <a:cs typeface="+mn-cs"/>
              </a:defRPr>
            </a:lvl2pPr>
            <a:lvl3pPr marL="809625" indent="-266700" algn="l" defTabSz="914400" rtl="0" eaLnBrk="1" latinLnBrk="0" hangingPunct="1">
              <a:lnSpc>
                <a:spcPct val="90000"/>
              </a:lnSpc>
              <a:spcBef>
                <a:spcPts val="500"/>
              </a:spcBef>
              <a:buClr>
                <a:schemeClr val="accent4"/>
              </a:buClr>
              <a:buFont typeface="Wingdings" panose="05000000000000000000" pitchFamily="2" charset="2"/>
              <a:buChar char="§"/>
              <a:defRPr sz="1600" kern="1200">
                <a:solidFill>
                  <a:schemeClr val="tx1">
                    <a:lumMod val="75000"/>
                    <a:lumOff val="25000"/>
                  </a:schemeClr>
                </a:solidFill>
                <a:latin typeface="+mn-lt"/>
                <a:ea typeface="+mn-ea"/>
                <a:cs typeface="+mn-cs"/>
              </a:defRPr>
            </a:lvl3pPr>
            <a:lvl4pPr marL="1076325" indent="-266700" algn="l" defTabSz="914400" rtl="0" eaLnBrk="1" latinLnBrk="0" hangingPunct="1">
              <a:lnSpc>
                <a:spcPct val="90000"/>
              </a:lnSpc>
              <a:spcBef>
                <a:spcPts val="500"/>
              </a:spcBef>
              <a:buClr>
                <a:schemeClr val="accent4"/>
              </a:buClr>
              <a:buFont typeface="Wingdings" panose="05000000000000000000" pitchFamily="2" charset="2"/>
              <a:buChar char="§"/>
              <a:defRPr sz="1600" kern="1200">
                <a:solidFill>
                  <a:schemeClr val="tx1">
                    <a:lumMod val="75000"/>
                    <a:lumOff val="25000"/>
                  </a:schemeClr>
                </a:solidFill>
                <a:latin typeface="+mn-lt"/>
                <a:ea typeface="+mn-ea"/>
                <a:cs typeface="+mn-cs"/>
              </a:defRPr>
            </a:lvl4pPr>
            <a:lvl5pPr marL="1343025" indent="-266700" algn="l" defTabSz="914400" rtl="0" eaLnBrk="1" latinLnBrk="0" hangingPunct="1">
              <a:lnSpc>
                <a:spcPct val="90000"/>
              </a:lnSpc>
              <a:spcBef>
                <a:spcPts val="500"/>
              </a:spcBef>
              <a:buClr>
                <a:schemeClr val="accent4"/>
              </a:buClr>
              <a:buFont typeface="Wingdings" panose="05000000000000000000" pitchFamily="2" charset="2"/>
              <a:buChar char="§"/>
              <a:defRPr sz="16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Wingdings" panose="05000000000000000000" pitchFamily="2" charset="2"/>
              <a:buNone/>
            </a:pPr>
            <a:endParaRPr lang="en-US" dirty="0"/>
          </a:p>
        </p:txBody>
      </p:sp>
      <p:pic>
        <p:nvPicPr>
          <p:cNvPr id="9" name="Picture 8" descr="Jollibee - Wikipedia">
            <a:extLst>
              <a:ext uri="{FF2B5EF4-FFF2-40B4-BE49-F238E27FC236}">
                <a16:creationId xmlns:a16="http://schemas.microsoft.com/office/drawing/2014/main" id="{A93FE1DD-4867-919A-C344-F5B3B7D31F7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2160" y="1001342"/>
            <a:ext cx="1494290" cy="1465123"/>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6" descr="Milksha PH (@MilkshaPH) • Facebook">
            <a:extLst>
              <a:ext uri="{FF2B5EF4-FFF2-40B4-BE49-F238E27FC236}">
                <a16:creationId xmlns:a16="http://schemas.microsoft.com/office/drawing/2014/main" id="{CE94C7FA-1568-7D3D-EF4D-85E951289F2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05229" y="3429000"/>
            <a:ext cx="1439132" cy="1335757"/>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Straight Arrow Connector 15">
            <a:extLst>
              <a:ext uri="{FF2B5EF4-FFF2-40B4-BE49-F238E27FC236}">
                <a16:creationId xmlns:a16="http://schemas.microsoft.com/office/drawing/2014/main" id="{C57647F3-F8C5-A813-FC26-0EA9B1A65968}"/>
              </a:ext>
            </a:extLst>
          </p:cNvPr>
          <p:cNvCxnSpPr>
            <a:cxnSpLocks/>
          </p:cNvCxnSpPr>
          <p:nvPr/>
        </p:nvCxnSpPr>
        <p:spPr>
          <a:xfrm flipH="1" flipV="1">
            <a:off x="3096450" y="2348990"/>
            <a:ext cx="1808059" cy="108001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8" name="Straight Arrow Connector 17">
            <a:extLst>
              <a:ext uri="{FF2B5EF4-FFF2-40B4-BE49-F238E27FC236}">
                <a16:creationId xmlns:a16="http://schemas.microsoft.com/office/drawing/2014/main" id="{889C227E-38DE-7CB4-6949-4E34A6A4F3CC}"/>
              </a:ext>
            </a:extLst>
          </p:cNvPr>
          <p:cNvCxnSpPr>
            <a:stCxn id="9" idx="2"/>
            <a:endCxn id="13" idx="1"/>
          </p:cNvCxnSpPr>
          <p:nvPr/>
        </p:nvCxnSpPr>
        <p:spPr>
          <a:xfrm>
            <a:off x="2349305" y="2466465"/>
            <a:ext cx="2555924" cy="163041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9" name="TextBox 18">
            <a:extLst>
              <a:ext uri="{FF2B5EF4-FFF2-40B4-BE49-F238E27FC236}">
                <a16:creationId xmlns:a16="http://schemas.microsoft.com/office/drawing/2014/main" id="{3F1EACBD-9924-B474-9752-FF89174E0BF4}"/>
              </a:ext>
            </a:extLst>
          </p:cNvPr>
          <p:cNvSpPr txBox="1"/>
          <p:nvPr/>
        </p:nvSpPr>
        <p:spPr>
          <a:xfrm rot="1891563">
            <a:off x="3641158" y="2497798"/>
            <a:ext cx="1223220" cy="369332"/>
          </a:xfrm>
          <a:prstGeom prst="rect">
            <a:avLst/>
          </a:prstGeom>
          <a:noFill/>
        </p:spPr>
        <p:txBody>
          <a:bodyPr wrap="none" rtlCol="0">
            <a:spAutoFit/>
          </a:bodyPr>
          <a:lstStyle/>
          <a:p>
            <a:r>
              <a:rPr lang="en-US" b="1" dirty="0"/>
              <a:t>UPSTREAM</a:t>
            </a:r>
          </a:p>
        </p:txBody>
      </p:sp>
      <p:sp>
        <p:nvSpPr>
          <p:cNvPr id="20" name="TextBox 19">
            <a:extLst>
              <a:ext uri="{FF2B5EF4-FFF2-40B4-BE49-F238E27FC236}">
                <a16:creationId xmlns:a16="http://schemas.microsoft.com/office/drawing/2014/main" id="{C13CA8FD-58AA-1AAE-1810-233DEFEA4EB9}"/>
              </a:ext>
            </a:extLst>
          </p:cNvPr>
          <p:cNvSpPr txBox="1"/>
          <p:nvPr/>
        </p:nvSpPr>
        <p:spPr>
          <a:xfrm rot="2029535">
            <a:off x="2625401" y="3209961"/>
            <a:ext cx="1597681" cy="369332"/>
          </a:xfrm>
          <a:prstGeom prst="rect">
            <a:avLst/>
          </a:prstGeom>
          <a:noFill/>
        </p:spPr>
        <p:txBody>
          <a:bodyPr wrap="none" rtlCol="0">
            <a:spAutoFit/>
          </a:bodyPr>
          <a:lstStyle/>
          <a:p>
            <a:r>
              <a:rPr lang="en-US" b="1" dirty="0"/>
              <a:t>DOWNSTREAM</a:t>
            </a:r>
          </a:p>
        </p:txBody>
      </p:sp>
      <p:sp>
        <p:nvSpPr>
          <p:cNvPr id="22" name="Oval 21">
            <a:extLst>
              <a:ext uri="{FF2B5EF4-FFF2-40B4-BE49-F238E27FC236}">
                <a16:creationId xmlns:a16="http://schemas.microsoft.com/office/drawing/2014/main" id="{856581D1-E4B9-5F70-6EC2-574986434337}"/>
              </a:ext>
            </a:extLst>
          </p:cNvPr>
          <p:cNvSpPr/>
          <p:nvPr/>
        </p:nvSpPr>
        <p:spPr>
          <a:xfrm>
            <a:off x="2088573" y="2231515"/>
            <a:ext cx="3231572" cy="1717068"/>
          </a:xfrm>
          <a:prstGeom prst="ellipse">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cxnSp>
        <p:nvCxnSpPr>
          <p:cNvPr id="24" name="Straight Arrow Connector 23">
            <a:extLst>
              <a:ext uri="{FF2B5EF4-FFF2-40B4-BE49-F238E27FC236}">
                <a16:creationId xmlns:a16="http://schemas.microsoft.com/office/drawing/2014/main" id="{C0F68414-DB7D-DC75-93E3-C9A4ABB909CB}"/>
              </a:ext>
            </a:extLst>
          </p:cNvPr>
          <p:cNvCxnSpPr>
            <a:stCxn id="22" idx="6"/>
          </p:cNvCxnSpPr>
          <p:nvPr/>
        </p:nvCxnSpPr>
        <p:spPr>
          <a:xfrm flipV="1">
            <a:off x="5320145" y="3086100"/>
            <a:ext cx="3418610" cy="394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5" name="TextBox 24">
            <a:extLst>
              <a:ext uri="{FF2B5EF4-FFF2-40B4-BE49-F238E27FC236}">
                <a16:creationId xmlns:a16="http://schemas.microsoft.com/office/drawing/2014/main" id="{79455A07-B14D-95C5-F0EB-AC748B2C88ED}"/>
              </a:ext>
            </a:extLst>
          </p:cNvPr>
          <p:cNvSpPr txBox="1"/>
          <p:nvPr/>
        </p:nvSpPr>
        <p:spPr>
          <a:xfrm>
            <a:off x="8814144" y="2894939"/>
            <a:ext cx="2057102" cy="369332"/>
          </a:xfrm>
          <a:prstGeom prst="rect">
            <a:avLst/>
          </a:prstGeom>
          <a:noFill/>
        </p:spPr>
        <p:txBody>
          <a:bodyPr wrap="none" rtlCol="0">
            <a:spAutoFit/>
          </a:bodyPr>
          <a:lstStyle/>
          <a:p>
            <a:r>
              <a:rPr lang="en-US" b="1" dirty="0"/>
              <a:t>GAINS AND LOSSESS</a:t>
            </a:r>
          </a:p>
        </p:txBody>
      </p:sp>
      <p:sp>
        <p:nvSpPr>
          <p:cNvPr id="26" name="Multiplication Sign 25">
            <a:extLst>
              <a:ext uri="{FF2B5EF4-FFF2-40B4-BE49-F238E27FC236}">
                <a16:creationId xmlns:a16="http://schemas.microsoft.com/office/drawing/2014/main" id="{9387020C-D8F5-1DD3-1151-C25B8267F20C}"/>
              </a:ext>
            </a:extLst>
          </p:cNvPr>
          <p:cNvSpPr/>
          <p:nvPr/>
        </p:nvSpPr>
        <p:spPr>
          <a:xfrm>
            <a:off x="10713027" y="2630418"/>
            <a:ext cx="914400" cy="914400"/>
          </a:xfrm>
          <a:prstGeom prst="mathMultiply">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336567B3-3F69-2B4B-F752-C9D82F296FDE}"/>
              </a:ext>
            </a:extLst>
          </p:cNvPr>
          <p:cNvSpPr/>
          <p:nvPr/>
        </p:nvSpPr>
        <p:spPr>
          <a:xfrm>
            <a:off x="8814144" y="2630418"/>
            <a:ext cx="2813283" cy="890706"/>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cxnSp>
        <p:nvCxnSpPr>
          <p:cNvPr id="29" name="Straight Arrow Connector 28">
            <a:extLst>
              <a:ext uri="{FF2B5EF4-FFF2-40B4-BE49-F238E27FC236}">
                <a16:creationId xmlns:a16="http://schemas.microsoft.com/office/drawing/2014/main" id="{9D622C30-1AC0-87A1-BB75-EAF7DB85FBCF}"/>
              </a:ext>
            </a:extLst>
          </p:cNvPr>
          <p:cNvCxnSpPr>
            <a:stCxn id="27" idx="2"/>
          </p:cNvCxnSpPr>
          <p:nvPr/>
        </p:nvCxnSpPr>
        <p:spPr>
          <a:xfrm flipH="1">
            <a:off x="8738755" y="3521124"/>
            <a:ext cx="1482031" cy="152885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0" name="TextBox 29">
            <a:extLst>
              <a:ext uri="{FF2B5EF4-FFF2-40B4-BE49-F238E27FC236}">
                <a16:creationId xmlns:a16="http://schemas.microsoft.com/office/drawing/2014/main" id="{8112C5CF-0A3B-5533-B3D9-89EA45F25501}"/>
              </a:ext>
            </a:extLst>
          </p:cNvPr>
          <p:cNvSpPr txBox="1"/>
          <p:nvPr/>
        </p:nvSpPr>
        <p:spPr>
          <a:xfrm>
            <a:off x="7232072" y="5049982"/>
            <a:ext cx="2467535" cy="369332"/>
          </a:xfrm>
          <a:prstGeom prst="rect">
            <a:avLst/>
          </a:prstGeom>
          <a:noFill/>
        </p:spPr>
        <p:txBody>
          <a:bodyPr wrap="none" rtlCol="0">
            <a:spAutoFit/>
          </a:bodyPr>
          <a:lstStyle/>
          <a:p>
            <a:r>
              <a:rPr lang="en-US" b="1" dirty="0"/>
              <a:t>3</a:t>
            </a:r>
            <a:r>
              <a:rPr lang="en-US" b="1" baseline="30000" dirty="0"/>
              <a:t>rd</a:t>
            </a:r>
            <a:r>
              <a:rPr lang="en-US" b="1" dirty="0"/>
              <a:t> Party = Realized Gains</a:t>
            </a:r>
          </a:p>
        </p:txBody>
      </p:sp>
      <p:cxnSp>
        <p:nvCxnSpPr>
          <p:cNvPr id="32" name="Straight Arrow Connector 31">
            <a:extLst>
              <a:ext uri="{FF2B5EF4-FFF2-40B4-BE49-F238E27FC236}">
                <a16:creationId xmlns:a16="http://schemas.microsoft.com/office/drawing/2014/main" id="{85AAD3CB-3EBA-5999-8DFA-E2814AA1B15F}"/>
              </a:ext>
            </a:extLst>
          </p:cNvPr>
          <p:cNvCxnSpPr>
            <a:stCxn id="27" idx="2"/>
          </p:cNvCxnSpPr>
          <p:nvPr/>
        </p:nvCxnSpPr>
        <p:spPr>
          <a:xfrm flipH="1">
            <a:off x="10220785" y="3521124"/>
            <a:ext cx="1" cy="143534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3" name="TextBox 32">
            <a:extLst>
              <a:ext uri="{FF2B5EF4-FFF2-40B4-BE49-F238E27FC236}">
                <a16:creationId xmlns:a16="http://schemas.microsoft.com/office/drawing/2014/main" id="{BF274461-B8A1-B90F-2576-617D86079582}"/>
              </a:ext>
            </a:extLst>
          </p:cNvPr>
          <p:cNvSpPr txBox="1"/>
          <p:nvPr/>
        </p:nvSpPr>
        <p:spPr>
          <a:xfrm>
            <a:off x="9988709" y="4983669"/>
            <a:ext cx="1638718" cy="646331"/>
          </a:xfrm>
          <a:prstGeom prst="rect">
            <a:avLst/>
          </a:prstGeom>
          <a:noFill/>
        </p:spPr>
        <p:txBody>
          <a:bodyPr wrap="none" rtlCol="0">
            <a:spAutoFit/>
          </a:bodyPr>
          <a:lstStyle/>
          <a:p>
            <a:r>
              <a:rPr lang="en-US" b="1" dirty="0"/>
              <a:t>Any Unsold are </a:t>
            </a:r>
          </a:p>
          <a:p>
            <a:r>
              <a:rPr lang="en-US" b="1" dirty="0"/>
              <a:t>UNREALIZED</a:t>
            </a:r>
          </a:p>
        </p:txBody>
      </p:sp>
      <p:sp>
        <p:nvSpPr>
          <p:cNvPr id="34" name="Oval 33">
            <a:extLst>
              <a:ext uri="{FF2B5EF4-FFF2-40B4-BE49-F238E27FC236}">
                <a16:creationId xmlns:a16="http://schemas.microsoft.com/office/drawing/2014/main" id="{4B3011BD-4F6D-CC81-82E3-857C2B18CAE9}"/>
              </a:ext>
            </a:extLst>
          </p:cNvPr>
          <p:cNvSpPr/>
          <p:nvPr/>
        </p:nvSpPr>
        <p:spPr>
          <a:xfrm>
            <a:off x="7045036" y="4983669"/>
            <a:ext cx="2654571" cy="511619"/>
          </a:xfrm>
          <a:prstGeom prst="ellipse">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sp>
        <p:nvSpPr>
          <p:cNvPr id="35" name="Oval 34">
            <a:extLst>
              <a:ext uri="{FF2B5EF4-FFF2-40B4-BE49-F238E27FC236}">
                <a16:creationId xmlns:a16="http://schemas.microsoft.com/office/drawing/2014/main" id="{7D78F8BB-9636-8ACB-12CC-0130563B2583}"/>
              </a:ext>
            </a:extLst>
          </p:cNvPr>
          <p:cNvSpPr/>
          <p:nvPr/>
        </p:nvSpPr>
        <p:spPr>
          <a:xfrm>
            <a:off x="9651118" y="4882791"/>
            <a:ext cx="2001980" cy="914400"/>
          </a:xfrm>
          <a:prstGeom prst="ellipse">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21932812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nodePh="1">
                                  <p:stCondLst>
                                    <p:cond delay="0"/>
                                  </p:stCondLst>
                                  <p:endCondLst>
                                    <p:cond evt="begin" delay="0">
                                      <p:tn val="11"/>
                                    </p:cond>
                                  </p:endCondLst>
                                  <p:childTnLst>
                                    <p:set>
                                      <p:cBhvr>
                                        <p:cTn id="12" dur="1" fill="hold">
                                          <p:stCondLst>
                                            <p:cond delay="0"/>
                                          </p:stCondLst>
                                        </p:cTn>
                                        <p:tgtEl>
                                          <p:spTgt spid="2">
                                            <p:txEl>
                                              <p:pRg st="0" end="0"/>
                                            </p:txEl>
                                          </p:spTgt>
                                        </p:tgtEl>
                                        <p:attrNameLst>
                                          <p:attrName>style.visibility</p:attrName>
                                        </p:attrNameLst>
                                      </p:cBhvr>
                                      <p:to>
                                        <p:strVal val="visible"/>
                                      </p:to>
                                    </p:set>
                                    <p:anim calcmode="lin" valueType="num">
                                      <p:cBhvr additive="base">
                                        <p:cTn id="13"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nodePh="1">
                                  <p:stCondLst>
                                    <p:cond delay="0"/>
                                  </p:stCondLst>
                                  <p:endCondLst>
                                    <p:cond evt="begin" delay="0">
                                      <p:tn val="17"/>
                                    </p:cond>
                                  </p:endCondLst>
                                  <p:childTnLst>
                                    <p:set>
                                      <p:cBhvr>
                                        <p:cTn id="18" dur="1" fill="hold">
                                          <p:stCondLst>
                                            <p:cond delay="0"/>
                                          </p:stCondLst>
                                        </p:cTn>
                                        <p:tgtEl>
                                          <p:spTgt spid="6">
                                            <p:txEl>
                                              <p:pRg st="0" end="0"/>
                                            </p:txEl>
                                          </p:spTgt>
                                        </p:tgtEl>
                                        <p:attrNameLst>
                                          <p:attrName>style.visibility</p:attrName>
                                        </p:attrNameLst>
                                      </p:cBhvr>
                                      <p:to>
                                        <p:strVal val="visible"/>
                                      </p:to>
                                    </p:set>
                                    <p:animEffect transition="in" filter="fade">
                                      <p:cBhvr>
                                        <p:cTn id="19" dur="1000"/>
                                        <p:tgtEl>
                                          <p:spTgt spid="6">
                                            <p:txEl>
                                              <p:pRg st="0" end="0"/>
                                            </p:txEl>
                                          </p:spTgt>
                                        </p:tgtEl>
                                      </p:cBhvr>
                                    </p:animEffect>
                                    <p:anim calcmode="lin" valueType="num">
                                      <p:cBhvr>
                                        <p:cTn id="20"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21"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nodePh="1">
                                  <p:stCondLst>
                                    <p:cond delay="0"/>
                                  </p:stCondLst>
                                  <p:endCondLst>
                                    <p:cond evt="begin" delay="0">
                                      <p:tn val="24"/>
                                    </p:cond>
                                  </p:endCondLst>
                                  <p:childTnLst>
                                    <p:set>
                                      <p:cBhvr>
                                        <p:cTn id="25" dur="1" fill="hold">
                                          <p:stCondLst>
                                            <p:cond delay="0"/>
                                          </p:stCondLst>
                                        </p:cTn>
                                        <p:tgtEl>
                                          <p:spTgt spid="7">
                                            <p:txEl>
                                              <p:pRg st="0" end="0"/>
                                            </p:txEl>
                                          </p:spTgt>
                                        </p:tgtEl>
                                        <p:attrNameLst>
                                          <p:attrName>style.visibility</p:attrName>
                                        </p:attrNameLst>
                                      </p:cBhvr>
                                      <p:to>
                                        <p:strVal val="visible"/>
                                      </p:to>
                                    </p:set>
                                    <p:animEffect transition="in" filter="fade">
                                      <p:cBhvr>
                                        <p:cTn id="26" dur="1000"/>
                                        <p:tgtEl>
                                          <p:spTgt spid="7">
                                            <p:txEl>
                                              <p:pRg st="0" end="0"/>
                                            </p:txEl>
                                          </p:spTgt>
                                        </p:tgtEl>
                                      </p:cBhvr>
                                    </p:animEffect>
                                    <p:anim calcmode="lin" valueType="num">
                                      <p:cBhvr>
                                        <p:cTn id="27"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28"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9"/>
                                        </p:tgtEl>
                                        <p:attrNameLst>
                                          <p:attrName>style.visibility</p:attrName>
                                        </p:attrNameLst>
                                      </p:cBhvr>
                                      <p:to>
                                        <p:strVal val="visible"/>
                                      </p:to>
                                    </p:set>
                                    <p:anim calcmode="lin" valueType="num">
                                      <p:cBhvr additive="base">
                                        <p:cTn id="33" dur="500" fill="hold"/>
                                        <p:tgtEl>
                                          <p:spTgt spid="9"/>
                                        </p:tgtEl>
                                        <p:attrNameLst>
                                          <p:attrName>ppt_x</p:attrName>
                                        </p:attrNameLst>
                                      </p:cBhvr>
                                      <p:tavLst>
                                        <p:tav tm="0">
                                          <p:val>
                                            <p:strVal val="#ppt_x"/>
                                          </p:val>
                                        </p:tav>
                                        <p:tav tm="100000">
                                          <p:val>
                                            <p:strVal val="#ppt_x"/>
                                          </p:val>
                                        </p:tav>
                                      </p:tavLst>
                                    </p:anim>
                                    <p:anim calcmode="lin" valueType="num">
                                      <p:cBhvr additive="base">
                                        <p:cTn id="3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13"/>
                                        </p:tgtEl>
                                        <p:attrNameLst>
                                          <p:attrName>style.visibility</p:attrName>
                                        </p:attrNameLst>
                                      </p:cBhvr>
                                      <p:to>
                                        <p:strVal val="visible"/>
                                      </p:to>
                                    </p:set>
                                    <p:anim calcmode="lin" valueType="num">
                                      <p:cBhvr additive="base">
                                        <p:cTn id="39" dur="500" fill="hold"/>
                                        <p:tgtEl>
                                          <p:spTgt spid="13"/>
                                        </p:tgtEl>
                                        <p:attrNameLst>
                                          <p:attrName>ppt_x</p:attrName>
                                        </p:attrNameLst>
                                      </p:cBhvr>
                                      <p:tavLst>
                                        <p:tav tm="0">
                                          <p:val>
                                            <p:strVal val="#ppt_x"/>
                                          </p:val>
                                        </p:tav>
                                        <p:tav tm="100000">
                                          <p:val>
                                            <p:strVal val="#ppt_x"/>
                                          </p:val>
                                        </p:tav>
                                      </p:tavLst>
                                    </p:anim>
                                    <p:anim calcmode="lin" valueType="num">
                                      <p:cBhvr additive="base">
                                        <p:cTn id="40"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500"/>
                                        <p:tgtEl>
                                          <p:spTgt spid="16"/>
                                        </p:tgtEl>
                                      </p:cBhvr>
                                    </p:animEffect>
                                  </p:childTnLst>
                                </p:cTn>
                              </p:par>
                            </p:childTnLst>
                          </p:cTn>
                        </p:par>
                      </p:childTnLst>
                    </p:cTn>
                  </p:par>
                  <p:par>
                    <p:cTn id="46" fill="hold">
                      <p:stCondLst>
                        <p:cond delay="indefinite"/>
                      </p:stCondLst>
                      <p:childTnLst>
                        <p:par>
                          <p:cTn id="47" fill="hold">
                            <p:stCondLst>
                              <p:cond delay="0"/>
                            </p:stCondLst>
                            <p:childTnLst>
                              <p:par>
                                <p:cTn id="48" presetID="2" presetClass="entr" presetSubtype="4" fill="hold" nodeType="clickEffect">
                                  <p:stCondLst>
                                    <p:cond delay="0"/>
                                  </p:stCondLst>
                                  <p:childTnLst>
                                    <p:set>
                                      <p:cBhvr>
                                        <p:cTn id="49" dur="1" fill="hold">
                                          <p:stCondLst>
                                            <p:cond delay="0"/>
                                          </p:stCondLst>
                                        </p:cTn>
                                        <p:tgtEl>
                                          <p:spTgt spid="18"/>
                                        </p:tgtEl>
                                        <p:attrNameLst>
                                          <p:attrName>style.visibility</p:attrName>
                                        </p:attrNameLst>
                                      </p:cBhvr>
                                      <p:to>
                                        <p:strVal val="visible"/>
                                      </p:to>
                                    </p:set>
                                    <p:anim calcmode="lin" valueType="num">
                                      <p:cBhvr additive="base">
                                        <p:cTn id="50" dur="500" fill="hold"/>
                                        <p:tgtEl>
                                          <p:spTgt spid="18"/>
                                        </p:tgtEl>
                                        <p:attrNameLst>
                                          <p:attrName>ppt_x</p:attrName>
                                        </p:attrNameLst>
                                      </p:cBhvr>
                                      <p:tavLst>
                                        <p:tav tm="0">
                                          <p:val>
                                            <p:strVal val="#ppt_x"/>
                                          </p:val>
                                        </p:tav>
                                        <p:tav tm="100000">
                                          <p:val>
                                            <p:strVal val="#ppt_x"/>
                                          </p:val>
                                        </p:tav>
                                      </p:tavLst>
                                    </p:anim>
                                    <p:anim calcmode="lin" valueType="num">
                                      <p:cBhvr additive="base">
                                        <p:cTn id="51"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19"/>
                                        </p:tgtEl>
                                        <p:attrNameLst>
                                          <p:attrName>style.visibility</p:attrName>
                                        </p:attrNameLst>
                                      </p:cBhvr>
                                      <p:to>
                                        <p:strVal val="visible"/>
                                      </p:to>
                                    </p:set>
                                    <p:animEffect transition="in" filter="fade">
                                      <p:cBhvr>
                                        <p:cTn id="56" dur="500"/>
                                        <p:tgtEl>
                                          <p:spTgt spid="19"/>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grpId="0" nodeType="clickEffect">
                                  <p:stCondLst>
                                    <p:cond delay="0"/>
                                  </p:stCondLst>
                                  <p:childTnLst>
                                    <p:set>
                                      <p:cBhvr>
                                        <p:cTn id="60" dur="1" fill="hold">
                                          <p:stCondLst>
                                            <p:cond delay="0"/>
                                          </p:stCondLst>
                                        </p:cTn>
                                        <p:tgtEl>
                                          <p:spTgt spid="20"/>
                                        </p:tgtEl>
                                        <p:attrNameLst>
                                          <p:attrName>style.visibility</p:attrName>
                                        </p:attrNameLst>
                                      </p:cBhvr>
                                      <p:to>
                                        <p:strVal val="visible"/>
                                      </p:to>
                                    </p:set>
                                    <p:animEffect transition="in" filter="fade">
                                      <p:cBhvr>
                                        <p:cTn id="61" dur="500"/>
                                        <p:tgtEl>
                                          <p:spTgt spid="20"/>
                                        </p:tgtEl>
                                      </p:cBhvr>
                                    </p:animEffect>
                                  </p:childTnLst>
                                </p:cTn>
                              </p:par>
                            </p:childTnLst>
                          </p:cTn>
                        </p:par>
                      </p:childTnLst>
                    </p:cTn>
                  </p:par>
                  <p:par>
                    <p:cTn id="62" fill="hold">
                      <p:stCondLst>
                        <p:cond delay="indefinite"/>
                      </p:stCondLst>
                      <p:childTnLst>
                        <p:par>
                          <p:cTn id="63" fill="hold">
                            <p:stCondLst>
                              <p:cond delay="0"/>
                            </p:stCondLst>
                            <p:childTnLst>
                              <p:par>
                                <p:cTn id="64" presetID="21" presetClass="entr" presetSubtype="1" fill="hold" grpId="0" nodeType="clickEffect">
                                  <p:stCondLst>
                                    <p:cond delay="0"/>
                                  </p:stCondLst>
                                  <p:childTnLst>
                                    <p:set>
                                      <p:cBhvr>
                                        <p:cTn id="65" dur="1" fill="hold">
                                          <p:stCondLst>
                                            <p:cond delay="0"/>
                                          </p:stCondLst>
                                        </p:cTn>
                                        <p:tgtEl>
                                          <p:spTgt spid="22"/>
                                        </p:tgtEl>
                                        <p:attrNameLst>
                                          <p:attrName>style.visibility</p:attrName>
                                        </p:attrNameLst>
                                      </p:cBhvr>
                                      <p:to>
                                        <p:strVal val="visible"/>
                                      </p:to>
                                    </p:set>
                                    <p:animEffect transition="in" filter="wheel(1)">
                                      <p:cBhvr>
                                        <p:cTn id="66" dur="2000"/>
                                        <p:tgtEl>
                                          <p:spTgt spid="22"/>
                                        </p:tgtEl>
                                      </p:cBhvr>
                                    </p:animEffect>
                                  </p:childTnLst>
                                </p:cTn>
                              </p:par>
                            </p:childTnLst>
                          </p:cTn>
                        </p:par>
                      </p:childTnLst>
                    </p:cTn>
                  </p:par>
                  <p:par>
                    <p:cTn id="67" fill="hold">
                      <p:stCondLst>
                        <p:cond delay="indefinite"/>
                      </p:stCondLst>
                      <p:childTnLst>
                        <p:par>
                          <p:cTn id="68" fill="hold">
                            <p:stCondLst>
                              <p:cond delay="0"/>
                            </p:stCondLst>
                            <p:childTnLst>
                              <p:par>
                                <p:cTn id="69" presetID="2" presetClass="entr" presetSubtype="4" fill="hold" nodeType="clickEffect">
                                  <p:stCondLst>
                                    <p:cond delay="0"/>
                                  </p:stCondLst>
                                  <p:childTnLst>
                                    <p:set>
                                      <p:cBhvr>
                                        <p:cTn id="70" dur="1" fill="hold">
                                          <p:stCondLst>
                                            <p:cond delay="0"/>
                                          </p:stCondLst>
                                        </p:cTn>
                                        <p:tgtEl>
                                          <p:spTgt spid="24"/>
                                        </p:tgtEl>
                                        <p:attrNameLst>
                                          <p:attrName>style.visibility</p:attrName>
                                        </p:attrNameLst>
                                      </p:cBhvr>
                                      <p:to>
                                        <p:strVal val="visible"/>
                                      </p:to>
                                    </p:set>
                                    <p:anim calcmode="lin" valueType="num">
                                      <p:cBhvr additive="base">
                                        <p:cTn id="71" dur="500" fill="hold"/>
                                        <p:tgtEl>
                                          <p:spTgt spid="24"/>
                                        </p:tgtEl>
                                        <p:attrNameLst>
                                          <p:attrName>ppt_x</p:attrName>
                                        </p:attrNameLst>
                                      </p:cBhvr>
                                      <p:tavLst>
                                        <p:tav tm="0">
                                          <p:val>
                                            <p:strVal val="#ppt_x"/>
                                          </p:val>
                                        </p:tav>
                                        <p:tav tm="100000">
                                          <p:val>
                                            <p:strVal val="#ppt_x"/>
                                          </p:val>
                                        </p:tav>
                                      </p:tavLst>
                                    </p:anim>
                                    <p:anim calcmode="lin" valueType="num">
                                      <p:cBhvr additive="base">
                                        <p:cTn id="72"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grpId="0" nodeType="clickEffect">
                                  <p:stCondLst>
                                    <p:cond delay="0"/>
                                  </p:stCondLst>
                                  <p:childTnLst>
                                    <p:set>
                                      <p:cBhvr>
                                        <p:cTn id="76" dur="1" fill="hold">
                                          <p:stCondLst>
                                            <p:cond delay="0"/>
                                          </p:stCondLst>
                                        </p:cTn>
                                        <p:tgtEl>
                                          <p:spTgt spid="25"/>
                                        </p:tgtEl>
                                        <p:attrNameLst>
                                          <p:attrName>style.visibility</p:attrName>
                                        </p:attrNameLst>
                                      </p:cBhvr>
                                      <p:to>
                                        <p:strVal val="visible"/>
                                      </p:to>
                                    </p:set>
                                    <p:animEffect transition="in" filter="fade">
                                      <p:cBhvr>
                                        <p:cTn id="77" dur="1000"/>
                                        <p:tgtEl>
                                          <p:spTgt spid="25"/>
                                        </p:tgtEl>
                                      </p:cBhvr>
                                    </p:animEffect>
                                    <p:anim calcmode="lin" valueType="num">
                                      <p:cBhvr>
                                        <p:cTn id="78" dur="1000" fill="hold"/>
                                        <p:tgtEl>
                                          <p:spTgt spid="25"/>
                                        </p:tgtEl>
                                        <p:attrNameLst>
                                          <p:attrName>ppt_x</p:attrName>
                                        </p:attrNameLst>
                                      </p:cBhvr>
                                      <p:tavLst>
                                        <p:tav tm="0">
                                          <p:val>
                                            <p:strVal val="#ppt_x"/>
                                          </p:val>
                                        </p:tav>
                                        <p:tav tm="100000">
                                          <p:val>
                                            <p:strVal val="#ppt_x"/>
                                          </p:val>
                                        </p:tav>
                                      </p:tavLst>
                                    </p:anim>
                                    <p:anim calcmode="lin" valueType="num">
                                      <p:cBhvr>
                                        <p:cTn id="79"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2" presetClass="entr" presetSubtype="4" fill="hold" grpId="0" nodeType="clickEffect">
                                  <p:stCondLst>
                                    <p:cond delay="0"/>
                                  </p:stCondLst>
                                  <p:childTnLst>
                                    <p:set>
                                      <p:cBhvr>
                                        <p:cTn id="83" dur="1" fill="hold">
                                          <p:stCondLst>
                                            <p:cond delay="0"/>
                                          </p:stCondLst>
                                        </p:cTn>
                                        <p:tgtEl>
                                          <p:spTgt spid="26"/>
                                        </p:tgtEl>
                                        <p:attrNameLst>
                                          <p:attrName>style.visibility</p:attrName>
                                        </p:attrNameLst>
                                      </p:cBhvr>
                                      <p:to>
                                        <p:strVal val="visible"/>
                                      </p:to>
                                    </p:set>
                                    <p:anim calcmode="lin" valueType="num">
                                      <p:cBhvr additive="base">
                                        <p:cTn id="84" dur="500" fill="hold"/>
                                        <p:tgtEl>
                                          <p:spTgt spid="26"/>
                                        </p:tgtEl>
                                        <p:attrNameLst>
                                          <p:attrName>ppt_x</p:attrName>
                                        </p:attrNameLst>
                                      </p:cBhvr>
                                      <p:tavLst>
                                        <p:tav tm="0">
                                          <p:val>
                                            <p:strVal val="#ppt_x"/>
                                          </p:val>
                                        </p:tav>
                                        <p:tav tm="100000">
                                          <p:val>
                                            <p:strVal val="#ppt_x"/>
                                          </p:val>
                                        </p:tav>
                                      </p:tavLst>
                                    </p:anim>
                                    <p:anim calcmode="lin" valueType="num">
                                      <p:cBhvr additive="base">
                                        <p:cTn id="85"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par>
                    <p:cTn id="86" fill="hold">
                      <p:stCondLst>
                        <p:cond delay="indefinite"/>
                      </p:stCondLst>
                      <p:childTnLst>
                        <p:par>
                          <p:cTn id="87" fill="hold">
                            <p:stCondLst>
                              <p:cond delay="0"/>
                            </p:stCondLst>
                            <p:childTnLst>
                              <p:par>
                                <p:cTn id="88" presetID="21" presetClass="entr" presetSubtype="1" fill="hold" grpId="0" nodeType="clickEffect">
                                  <p:stCondLst>
                                    <p:cond delay="0"/>
                                  </p:stCondLst>
                                  <p:childTnLst>
                                    <p:set>
                                      <p:cBhvr>
                                        <p:cTn id="89" dur="1" fill="hold">
                                          <p:stCondLst>
                                            <p:cond delay="0"/>
                                          </p:stCondLst>
                                        </p:cTn>
                                        <p:tgtEl>
                                          <p:spTgt spid="27"/>
                                        </p:tgtEl>
                                        <p:attrNameLst>
                                          <p:attrName>style.visibility</p:attrName>
                                        </p:attrNameLst>
                                      </p:cBhvr>
                                      <p:to>
                                        <p:strVal val="visible"/>
                                      </p:to>
                                    </p:set>
                                    <p:animEffect transition="in" filter="wheel(1)">
                                      <p:cBhvr>
                                        <p:cTn id="90" dur="2000"/>
                                        <p:tgtEl>
                                          <p:spTgt spid="27"/>
                                        </p:tgtEl>
                                      </p:cBhvr>
                                    </p:animEffect>
                                  </p:childTnLst>
                                </p:cTn>
                              </p:par>
                            </p:childTnLst>
                          </p:cTn>
                        </p:par>
                      </p:childTnLst>
                    </p:cTn>
                  </p:par>
                  <p:par>
                    <p:cTn id="91" fill="hold">
                      <p:stCondLst>
                        <p:cond delay="indefinite"/>
                      </p:stCondLst>
                      <p:childTnLst>
                        <p:par>
                          <p:cTn id="92" fill="hold">
                            <p:stCondLst>
                              <p:cond delay="0"/>
                            </p:stCondLst>
                            <p:childTnLst>
                              <p:par>
                                <p:cTn id="93" presetID="2" presetClass="entr" presetSubtype="4" fill="hold" nodeType="clickEffect">
                                  <p:stCondLst>
                                    <p:cond delay="0"/>
                                  </p:stCondLst>
                                  <p:childTnLst>
                                    <p:set>
                                      <p:cBhvr>
                                        <p:cTn id="94" dur="1" fill="hold">
                                          <p:stCondLst>
                                            <p:cond delay="0"/>
                                          </p:stCondLst>
                                        </p:cTn>
                                        <p:tgtEl>
                                          <p:spTgt spid="29"/>
                                        </p:tgtEl>
                                        <p:attrNameLst>
                                          <p:attrName>style.visibility</p:attrName>
                                        </p:attrNameLst>
                                      </p:cBhvr>
                                      <p:to>
                                        <p:strVal val="visible"/>
                                      </p:to>
                                    </p:set>
                                    <p:anim calcmode="lin" valueType="num">
                                      <p:cBhvr additive="base">
                                        <p:cTn id="95" dur="500" fill="hold"/>
                                        <p:tgtEl>
                                          <p:spTgt spid="29"/>
                                        </p:tgtEl>
                                        <p:attrNameLst>
                                          <p:attrName>ppt_x</p:attrName>
                                        </p:attrNameLst>
                                      </p:cBhvr>
                                      <p:tavLst>
                                        <p:tav tm="0">
                                          <p:val>
                                            <p:strVal val="#ppt_x"/>
                                          </p:val>
                                        </p:tav>
                                        <p:tav tm="100000">
                                          <p:val>
                                            <p:strVal val="#ppt_x"/>
                                          </p:val>
                                        </p:tav>
                                      </p:tavLst>
                                    </p:anim>
                                    <p:anim calcmode="lin" valueType="num">
                                      <p:cBhvr additive="base">
                                        <p:cTn id="96"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par>
                    <p:cTn id="97" fill="hold">
                      <p:stCondLst>
                        <p:cond delay="indefinite"/>
                      </p:stCondLst>
                      <p:childTnLst>
                        <p:par>
                          <p:cTn id="98" fill="hold">
                            <p:stCondLst>
                              <p:cond delay="0"/>
                            </p:stCondLst>
                            <p:childTnLst>
                              <p:par>
                                <p:cTn id="99" presetID="2" presetClass="entr" presetSubtype="4" fill="hold" grpId="0" nodeType="clickEffect">
                                  <p:stCondLst>
                                    <p:cond delay="0"/>
                                  </p:stCondLst>
                                  <p:childTnLst>
                                    <p:set>
                                      <p:cBhvr>
                                        <p:cTn id="100" dur="1" fill="hold">
                                          <p:stCondLst>
                                            <p:cond delay="0"/>
                                          </p:stCondLst>
                                        </p:cTn>
                                        <p:tgtEl>
                                          <p:spTgt spid="30"/>
                                        </p:tgtEl>
                                        <p:attrNameLst>
                                          <p:attrName>style.visibility</p:attrName>
                                        </p:attrNameLst>
                                      </p:cBhvr>
                                      <p:to>
                                        <p:strVal val="visible"/>
                                      </p:to>
                                    </p:set>
                                    <p:anim calcmode="lin" valueType="num">
                                      <p:cBhvr additive="base">
                                        <p:cTn id="101" dur="500" fill="hold"/>
                                        <p:tgtEl>
                                          <p:spTgt spid="30"/>
                                        </p:tgtEl>
                                        <p:attrNameLst>
                                          <p:attrName>ppt_x</p:attrName>
                                        </p:attrNameLst>
                                      </p:cBhvr>
                                      <p:tavLst>
                                        <p:tav tm="0">
                                          <p:val>
                                            <p:strVal val="#ppt_x"/>
                                          </p:val>
                                        </p:tav>
                                        <p:tav tm="100000">
                                          <p:val>
                                            <p:strVal val="#ppt_x"/>
                                          </p:val>
                                        </p:tav>
                                      </p:tavLst>
                                    </p:anim>
                                    <p:anim calcmode="lin" valueType="num">
                                      <p:cBhvr additive="base">
                                        <p:cTn id="102" dur="500" fill="hold"/>
                                        <p:tgtEl>
                                          <p:spTgt spid="30"/>
                                        </p:tgtEl>
                                        <p:attrNameLst>
                                          <p:attrName>ppt_y</p:attrName>
                                        </p:attrNameLst>
                                      </p:cBhvr>
                                      <p:tavLst>
                                        <p:tav tm="0">
                                          <p:val>
                                            <p:strVal val="1+#ppt_h/2"/>
                                          </p:val>
                                        </p:tav>
                                        <p:tav tm="100000">
                                          <p:val>
                                            <p:strVal val="#ppt_y"/>
                                          </p:val>
                                        </p:tav>
                                      </p:tavLst>
                                    </p:anim>
                                  </p:childTnLst>
                                </p:cTn>
                              </p:par>
                            </p:childTnLst>
                          </p:cTn>
                        </p:par>
                      </p:childTnLst>
                    </p:cTn>
                  </p:par>
                  <p:par>
                    <p:cTn id="103" fill="hold">
                      <p:stCondLst>
                        <p:cond delay="indefinite"/>
                      </p:stCondLst>
                      <p:childTnLst>
                        <p:par>
                          <p:cTn id="104" fill="hold">
                            <p:stCondLst>
                              <p:cond delay="0"/>
                            </p:stCondLst>
                            <p:childTnLst>
                              <p:par>
                                <p:cTn id="105" presetID="21" presetClass="entr" presetSubtype="1" fill="hold" grpId="0" nodeType="clickEffect">
                                  <p:stCondLst>
                                    <p:cond delay="0"/>
                                  </p:stCondLst>
                                  <p:childTnLst>
                                    <p:set>
                                      <p:cBhvr>
                                        <p:cTn id="106" dur="1" fill="hold">
                                          <p:stCondLst>
                                            <p:cond delay="0"/>
                                          </p:stCondLst>
                                        </p:cTn>
                                        <p:tgtEl>
                                          <p:spTgt spid="34"/>
                                        </p:tgtEl>
                                        <p:attrNameLst>
                                          <p:attrName>style.visibility</p:attrName>
                                        </p:attrNameLst>
                                      </p:cBhvr>
                                      <p:to>
                                        <p:strVal val="visible"/>
                                      </p:to>
                                    </p:set>
                                    <p:animEffect transition="in" filter="wheel(1)">
                                      <p:cBhvr>
                                        <p:cTn id="107" dur="2000"/>
                                        <p:tgtEl>
                                          <p:spTgt spid="34"/>
                                        </p:tgtEl>
                                      </p:cBhvr>
                                    </p:animEffect>
                                  </p:childTnLst>
                                </p:cTn>
                              </p:par>
                            </p:childTnLst>
                          </p:cTn>
                        </p:par>
                      </p:childTnLst>
                    </p:cTn>
                  </p:par>
                  <p:par>
                    <p:cTn id="108" fill="hold">
                      <p:stCondLst>
                        <p:cond delay="indefinite"/>
                      </p:stCondLst>
                      <p:childTnLst>
                        <p:par>
                          <p:cTn id="109" fill="hold">
                            <p:stCondLst>
                              <p:cond delay="0"/>
                            </p:stCondLst>
                            <p:childTnLst>
                              <p:par>
                                <p:cTn id="110" presetID="2" presetClass="entr" presetSubtype="4" fill="hold" nodeType="clickEffect">
                                  <p:stCondLst>
                                    <p:cond delay="0"/>
                                  </p:stCondLst>
                                  <p:childTnLst>
                                    <p:set>
                                      <p:cBhvr>
                                        <p:cTn id="111" dur="1" fill="hold">
                                          <p:stCondLst>
                                            <p:cond delay="0"/>
                                          </p:stCondLst>
                                        </p:cTn>
                                        <p:tgtEl>
                                          <p:spTgt spid="32"/>
                                        </p:tgtEl>
                                        <p:attrNameLst>
                                          <p:attrName>style.visibility</p:attrName>
                                        </p:attrNameLst>
                                      </p:cBhvr>
                                      <p:to>
                                        <p:strVal val="visible"/>
                                      </p:to>
                                    </p:set>
                                    <p:anim calcmode="lin" valueType="num">
                                      <p:cBhvr additive="base">
                                        <p:cTn id="112" dur="500" fill="hold"/>
                                        <p:tgtEl>
                                          <p:spTgt spid="32"/>
                                        </p:tgtEl>
                                        <p:attrNameLst>
                                          <p:attrName>ppt_x</p:attrName>
                                        </p:attrNameLst>
                                      </p:cBhvr>
                                      <p:tavLst>
                                        <p:tav tm="0">
                                          <p:val>
                                            <p:strVal val="#ppt_x"/>
                                          </p:val>
                                        </p:tav>
                                        <p:tav tm="100000">
                                          <p:val>
                                            <p:strVal val="#ppt_x"/>
                                          </p:val>
                                        </p:tav>
                                      </p:tavLst>
                                    </p:anim>
                                    <p:anim calcmode="lin" valueType="num">
                                      <p:cBhvr additive="base">
                                        <p:cTn id="113" dur="500" fill="hold"/>
                                        <p:tgtEl>
                                          <p:spTgt spid="32"/>
                                        </p:tgtEl>
                                        <p:attrNameLst>
                                          <p:attrName>ppt_y</p:attrName>
                                        </p:attrNameLst>
                                      </p:cBhvr>
                                      <p:tavLst>
                                        <p:tav tm="0">
                                          <p:val>
                                            <p:strVal val="1+#ppt_h/2"/>
                                          </p:val>
                                        </p:tav>
                                        <p:tav tm="100000">
                                          <p:val>
                                            <p:strVal val="#ppt_y"/>
                                          </p:val>
                                        </p:tav>
                                      </p:tavLst>
                                    </p:anim>
                                  </p:childTnLst>
                                </p:cTn>
                              </p:par>
                            </p:childTnLst>
                          </p:cTn>
                        </p:par>
                      </p:childTnLst>
                    </p:cTn>
                  </p:par>
                  <p:par>
                    <p:cTn id="114" fill="hold">
                      <p:stCondLst>
                        <p:cond delay="indefinite"/>
                      </p:stCondLst>
                      <p:childTnLst>
                        <p:par>
                          <p:cTn id="115" fill="hold">
                            <p:stCondLst>
                              <p:cond delay="0"/>
                            </p:stCondLst>
                            <p:childTnLst>
                              <p:par>
                                <p:cTn id="116" presetID="21" presetClass="entr" presetSubtype="1" fill="hold" grpId="0" nodeType="clickEffect">
                                  <p:stCondLst>
                                    <p:cond delay="0"/>
                                  </p:stCondLst>
                                  <p:childTnLst>
                                    <p:set>
                                      <p:cBhvr>
                                        <p:cTn id="117" dur="1" fill="hold">
                                          <p:stCondLst>
                                            <p:cond delay="0"/>
                                          </p:stCondLst>
                                        </p:cTn>
                                        <p:tgtEl>
                                          <p:spTgt spid="35"/>
                                        </p:tgtEl>
                                        <p:attrNameLst>
                                          <p:attrName>style.visibility</p:attrName>
                                        </p:attrNameLst>
                                      </p:cBhvr>
                                      <p:to>
                                        <p:strVal val="visible"/>
                                      </p:to>
                                    </p:set>
                                    <p:animEffect transition="in" filter="wheel(1)">
                                      <p:cBhvr>
                                        <p:cTn id="118" dur="2000"/>
                                        <p:tgtEl>
                                          <p:spTgt spid="35"/>
                                        </p:tgtEl>
                                      </p:cBhvr>
                                    </p:animEffect>
                                  </p:childTnLst>
                                </p:cTn>
                              </p:par>
                            </p:childTnLst>
                          </p:cTn>
                        </p:par>
                      </p:childTnLst>
                    </p:cTn>
                  </p:par>
                  <p:par>
                    <p:cTn id="119" fill="hold">
                      <p:stCondLst>
                        <p:cond delay="indefinite"/>
                      </p:stCondLst>
                      <p:childTnLst>
                        <p:par>
                          <p:cTn id="120" fill="hold">
                            <p:stCondLst>
                              <p:cond delay="0"/>
                            </p:stCondLst>
                            <p:childTnLst>
                              <p:par>
                                <p:cTn id="121" presetID="42" presetClass="entr" presetSubtype="0" fill="hold" grpId="0" nodeType="clickEffect">
                                  <p:stCondLst>
                                    <p:cond delay="0"/>
                                  </p:stCondLst>
                                  <p:childTnLst>
                                    <p:set>
                                      <p:cBhvr>
                                        <p:cTn id="122" dur="1" fill="hold">
                                          <p:stCondLst>
                                            <p:cond delay="0"/>
                                          </p:stCondLst>
                                        </p:cTn>
                                        <p:tgtEl>
                                          <p:spTgt spid="33"/>
                                        </p:tgtEl>
                                        <p:attrNameLst>
                                          <p:attrName>style.visibility</p:attrName>
                                        </p:attrNameLst>
                                      </p:cBhvr>
                                      <p:to>
                                        <p:strVal val="visible"/>
                                      </p:to>
                                    </p:set>
                                    <p:animEffect transition="in" filter="fade">
                                      <p:cBhvr>
                                        <p:cTn id="123" dur="1000"/>
                                        <p:tgtEl>
                                          <p:spTgt spid="33"/>
                                        </p:tgtEl>
                                      </p:cBhvr>
                                    </p:animEffect>
                                    <p:anim calcmode="lin" valueType="num">
                                      <p:cBhvr>
                                        <p:cTn id="124" dur="1000" fill="hold"/>
                                        <p:tgtEl>
                                          <p:spTgt spid="33"/>
                                        </p:tgtEl>
                                        <p:attrNameLst>
                                          <p:attrName>ppt_x</p:attrName>
                                        </p:attrNameLst>
                                      </p:cBhvr>
                                      <p:tavLst>
                                        <p:tav tm="0">
                                          <p:val>
                                            <p:strVal val="#ppt_x"/>
                                          </p:val>
                                        </p:tav>
                                        <p:tav tm="100000">
                                          <p:val>
                                            <p:strVal val="#ppt_x"/>
                                          </p:val>
                                        </p:tav>
                                      </p:tavLst>
                                    </p:anim>
                                    <p:anim calcmode="lin" valueType="num">
                                      <p:cBhvr>
                                        <p:cTn id="125" dur="1000" fill="hold"/>
                                        <p:tgtEl>
                                          <p:spTgt spid="3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6" grpId="0" build="p"/>
      <p:bldP spid="7" grpId="0" build="p"/>
      <p:bldP spid="19" grpId="0"/>
      <p:bldP spid="20" grpId="0"/>
      <p:bldP spid="22" grpId="0" animBg="1"/>
      <p:bldP spid="25" grpId="0"/>
      <p:bldP spid="26" grpId="0" animBg="1"/>
      <p:bldP spid="27" grpId="0" animBg="1"/>
      <p:bldP spid="30" grpId="0"/>
      <p:bldP spid="33" grpId="0"/>
      <p:bldP spid="34" grpId="0" animBg="1"/>
      <p:bldP spid="35"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eLearning">
            <a:extLst>
              <a:ext uri="{FF2B5EF4-FFF2-40B4-BE49-F238E27FC236}">
                <a16:creationId xmlns:a16="http://schemas.microsoft.com/office/drawing/2014/main" id="{FC85A0E7-68A2-432C-26A2-3480048D6B07}"/>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3088805" y="2011967"/>
            <a:ext cx="6269572" cy="3589330"/>
          </a:xfrm>
          <a:prstGeom prst="rect">
            <a:avLst/>
          </a:prstGeom>
          <a:solidFill>
            <a:srgbClr val="FFFFFF"/>
          </a:solidFill>
          <a:extLst>
            <a:ext uri="{909E8E84-426E-40DD-AFC4-6F175D3DCCD1}">
              <a14:hiddenFill xmlns:a14="http://schemas.microsoft.com/office/drawing/2010/main">
                <a:solidFill>
                  <a:srgbClr val="FFFFFF"/>
                </a:solidFill>
              </a14:hiddenFill>
            </a:ext>
          </a:extLst>
        </p:spPr>
      </p:pic>
      <p:sp>
        <p:nvSpPr>
          <p:cNvPr id="2" name="Text Placeholder 1">
            <a:extLst>
              <a:ext uri="{FF2B5EF4-FFF2-40B4-BE49-F238E27FC236}">
                <a16:creationId xmlns:a16="http://schemas.microsoft.com/office/drawing/2014/main" id="{8B206E93-E91B-FF34-CBB1-D6B5C32BCBF2}"/>
              </a:ext>
            </a:extLst>
          </p:cNvPr>
          <p:cNvSpPr>
            <a:spLocks noGrp="1"/>
          </p:cNvSpPr>
          <p:nvPr>
            <p:ph type="title"/>
          </p:nvPr>
        </p:nvSpPr>
        <p:spPr>
          <a:xfrm>
            <a:off x="838200" y="783856"/>
            <a:ext cx="10515600" cy="700115"/>
          </a:xfrm>
        </p:spPr>
        <p:txBody>
          <a:bodyPr anchor="ctr">
            <a:normAutofit fontScale="90000"/>
          </a:bodyPr>
          <a:lstStyle/>
          <a:p>
            <a:pPr marL="0" indent="0">
              <a:buNone/>
            </a:pPr>
            <a:r>
              <a:rPr lang="en-US" sz="4400" b="1" dirty="0"/>
              <a:t>END OF LECTURE</a:t>
            </a:r>
            <a:br>
              <a:rPr lang="en-US" sz="4400" b="1" dirty="0"/>
            </a:br>
            <a:r>
              <a:rPr lang="en-US" sz="4400" b="1" dirty="0"/>
              <a:t>Thank you for Choosing</a:t>
            </a:r>
          </a:p>
        </p:txBody>
      </p:sp>
      <p:sp>
        <p:nvSpPr>
          <p:cNvPr id="6" name="Flowchart: Process 5">
            <a:extLst>
              <a:ext uri="{FF2B5EF4-FFF2-40B4-BE49-F238E27FC236}">
                <a16:creationId xmlns:a16="http://schemas.microsoft.com/office/drawing/2014/main" id="{B0F891DA-436B-E361-CA3A-026C9A8DF6ED}"/>
              </a:ext>
            </a:extLst>
          </p:cNvPr>
          <p:cNvSpPr/>
          <p:nvPr/>
        </p:nvSpPr>
        <p:spPr>
          <a:xfrm>
            <a:off x="588579" y="6369269"/>
            <a:ext cx="2102069" cy="388883"/>
          </a:xfrm>
          <a:prstGeom prst="flowChartProcess">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75673656"/>
      </p:ext>
    </p:extLst>
  </p:cSld>
  <p:clrMapOvr>
    <a:masterClrMapping/>
  </p:clrMapOvr>
</p:sld>
</file>

<file path=ppt/theme/theme1.xml><?xml version="1.0" encoding="utf-8"?>
<a:theme xmlns:a="http://schemas.openxmlformats.org/drawingml/2006/main" name="Office Theme">
  <a:themeElements>
    <a:clrScheme name="Geometric Presentation">
      <a:dk1>
        <a:sysClr val="windowText" lastClr="000000"/>
      </a:dk1>
      <a:lt1>
        <a:sysClr val="window" lastClr="FFFFFF"/>
      </a:lt1>
      <a:dk2>
        <a:srgbClr val="44546A"/>
      </a:dk2>
      <a:lt2>
        <a:srgbClr val="ACCBF9"/>
      </a:lt2>
      <a:accent1>
        <a:srgbClr val="5C83C4"/>
      </a:accent1>
      <a:accent2>
        <a:srgbClr val="2C599D"/>
      </a:accent2>
      <a:accent3>
        <a:srgbClr val="1A3B70"/>
      </a:accent3>
      <a:accent4>
        <a:srgbClr val="FA6F1A"/>
      </a:accent4>
      <a:accent5>
        <a:srgbClr val="11224E"/>
      </a:accent5>
      <a:accent6>
        <a:srgbClr val="9D90A0"/>
      </a:accent6>
      <a:hlink>
        <a:srgbClr val="9454C3"/>
      </a:hlink>
      <a:folHlink>
        <a:srgbClr val="3EBBF0"/>
      </a:folHlink>
    </a:clrScheme>
    <a:fontScheme name="Custom 147">
      <a:majorFont>
        <a:latin typeface="Corbel"/>
        <a:ea typeface=""/>
        <a:cs typeface=""/>
      </a:majorFont>
      <a:minorFont>
        <a:latin typeface="Calibri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tf16411253_LW_v2" id="{C590A786-F65F-42F6-9E48-12C78E3C86B3}" vid="{FEE92C9D-6350-4ECD-87A4-004D12BB2B1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Geometric presentation</Template>
  <TotalTime>12163</TotalTime>
  <Words>1610</Words>
  <Application>Microsoft Office PowerPoint</Application>
  <PresentationFormat>Widescreen</PresentationFormat>
  <Paragraphs>203</Paragraphs>
  <Slides>27</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27</vt:i4>
      </vt:variant>
    </vt:vector>
  </HeadingPairs>
  <TitlesOfParts>
    <vt:vector size="32" baseType="lpstr">
      <vt:lpstr>Arial</vt:lpstr>
      <vt:lpstr>Calibri</vt:lpstr>
      <vt:lpstr>Calibri Light</vt:lpstr>
      <vt:lpstr>Wingdings</vt:lpstr>
      <vt:lpstr>Office Theme</vt:lpstr>
      <vt:lpstr>IFRS 3 &amp; IFRS 10</vt:lpstr>
      <vt:lpstr>Agenda</vt:lpstr>
      <vt:lpstr>Group Accounting</vt:lpstr>
      <vt:lpstr>PowerPoint Presentation</vt:lpstr>
      <vt:lpstr>PowerPoint Presentation</vt:lpstr>
      <vt:lpstr>PowerPoint Presentation</vt:lpstr>
      <vt:lpstr>PowerPoint Presentation</vt:lpstr>
      <vt:lpstr>PFRS 3 Business Combination</vt:lpstr>
      <vt:lpstr>Acquisition Method PFRS 3</vt:lpstr>
      <vt:lpstr>Step 3 Recognize Asset Liability and Non- Controlling Interest </vt:lpstr>
      <vt:lpstr>Non Controlling Interest</vt:lpstr>
      <vt:lpstr>Computation of Goodwill</vt:lpstr>
      <vt:lpstr>Computation of Goodwill</vt:lpstr>
      <vt:lpstr>Computation of Gain on Bargain Purchase</vt:lpstr>
      <vt:lpstr>Case 1: Acquisition of All Identifiable net assets</vt:lpstr>
      <vt:lpstr>Case 2: Stock Acquisition Less than 100% @ Proportionate Method</vt:lpstr>
      <vt:lpstr>Case 2: Stock Acquisition Less than 100% @ Proportionate Method</vt:lpstr>
      <vt:lpstr>Case 3: Stock Acquisition Less than 100% @ FULL Goodwill Approach</vt:lpstr>
      <vt:lpstr>Case 3: Stock Acquisition Less than 100% @ FULL Goodwill Approach</vt:lpstr>
      <vt:lpstr>Case 3: Stock Acquisition Less than 100% @ FULL Goodwill Approach but FV of NCI is known</vt:lpstr>
      <vt:lpstr>Case 3: Stock Acquisition Less than 100% @ FULL Goodwill Approach but FV of NCI  is known , GoBP  </vt:lpstr>
      <vt:lpstr>Comprehensive Sample</vt:lpstr>
      <vt:lpstr>PFRS 10</vt:lpstr>
      <vt:lpstr>Control</vt:lpstr>
      <vt:lpstr>Consolidated Financial Statement</vt:lpstr>
      <vt:lpstr>Intercompany Transaction</vt:lpstr>
      <vt:lpstr>END OF LECTURE Thank you for Choosing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Melvin Limheya</dc:creator>
  <cp:lastModifiedBy>Melvin Limheya</cp:lastModifiedBy>
  <cp:revision>4</cp:revision>
  <dcterms:created xsi:type="dcterms:W3CDTF">2026-01-28T14:03:07Z</dcterms:created>
  <dcterms:modified xsi:type="dcterms:W3CDTF">2026-02-21T00:06:16Z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